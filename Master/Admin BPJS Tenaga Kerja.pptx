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9" r:id="rId1"/>
  </p:sldMasterIdLst>
  <p:notesMasterIdLst>
    <p:notesMasterId r:id="rId21"/>
  </p:notesMasterIdLst>
  <p:sldIdLst>
    <p:sldId id="335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36" r:id="rId12"/>
    <p:sldId id="323" r:id="rId13"/>
    <p:sldId id="324" r:id="rId14"/>
    <p:sldId id="327" r:id="rId15"/>
    <p:sldId id="337" r:id="rId16"/>
    <p:sldId id="328" r:id="rId17"/>
    <p:sldId id="329" r:id="rId18"/>
    <p:sldId id="325" r:id="rId19"/>
    <p:sldId id="338" r:id="rId20"/>
  </p:sldIdLst>
  <p:sldSz cx="18288000" cy="10287000"/>
  <p:notesSz cx="7010400" cy="9296400"/>
  <p:embeddedFontLst>
    <p:embeddedFont>
      <p:font typeface="Arial Black" panose="020B0A04020102020204" pitchFamily="34" charset="0"/>
      <p:bold r:id="rId22"/>
    </p:embeddedFont>
    <p:embeddedFont>
      <p:font typeface="Arial Narrow" panose="020B0606020202030204" pitchFamily="34" charset="0"/>
      <p:regular r:id="rId23"/>
      <p:bold r:id="rId24"/>
      <p:italic r:id="rId25"/>
      <p:boldItalic r:id="rId26"/>
    </p:embeddedFont>
    <p:embeddedFont>
      <p:font typeface="Bahnschrift" panose="020B0502040204020203" pitchFamily="34" charset="0"/>
      <p:regular r:id="rId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hR952gVeZEuo73p9RdKHtSNzpp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AFA66"/>
    <a:srgbClr val="CCECFF"/>
    <a:srgbClr val="CCFFFF"/>
    <a:srgbClr val="33CCCC"/>
    <a:srgbClr val="003399"/>
    <a:srgbClr val="0F172A"/>
    <a:srgbClr val="172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3972B-56BE-447D-9839-B33AA4203919}" v="61" dt="2026-08-08T08:05:40.138"/>
  </p1510:revLst>
</p1510:revInfo>
</file>

<file path=ppt/tableStyles.xml><?xml version="1.0" encoding="utf-8"?>
<a:tblStyleLst xmlns:a="http://schemas.openxmlformats.org/drawingml/2006/main" def="{6E7F0235-C9E1-43CC-A6E6-E1D2B18BDB54}">
  <a:tblStyle styleId="{6E7F0235-C9E1-43CC-A6E6-E1D2B18BDB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3447" autoAdjust="0"/>
  </p:normalViewPr>
  <p:slideViewPr>
    <p:cSldViewPr snapToGrid="0">
      <p:cViewPr varScale="1">
        <p:scale>
          <a:sx n="42" d="100"/>
          <a:sy n="42" d="100"/>
        </p:scale>
        <p:origin x="79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8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8" Type="http://schemas.openxmlformats.org/officeDocument/2006/relationships/slide" Target="slides/slide7.xml"/><Relationship Id="rId93" Type="http://customschemas.google.com/relationships/presentationmetadata" Target="metadata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hyu Diansyah" userId="003346e95a27af5f" providerId="LiveId" clId="{72C6D863-787B-4473-8847-D0FAB5BB4D26}"/>
    <pc:docChg chg="undo redo custSel addSld delSld modSld sldOrd">
      <pc:chgData name="Wahyu Diansyah" userId="003346e95a27af5f" providerId="LiveId" clId="{72C6D863-787B-4473-8847-D0FAB5BB4D26}" dt="2026-08-08T08:05:40.135" v="8380"/>
      <pc:docMkLst>
        <pc:docMk/>
      </pc:docMkLst>
      <pc:sldChg chg="del">
        <pc:chgData name="Wahyu Diansyah" userId="003346e95a27af5f" providerId="LiveId" clId="{72C6D863-787B-4473-8847-D0FAB5BB4D26}" dt="2026-08-08T07:25:58.865" v="7775" actId="2696"/>
        <pc:sldMkLst>
          <pc:docMk/>
          <pc:sldMk cId="0" sldId="256"/>
        </pc:sldMkLst>
      </pc:sldChg>
      <pc:sldChg chg="addSp delSp modSp mod setBg">
        <pc:chgData name="Wahyu Diansyah" userId="003346e95a27af5f" providerId="LiveId" clId="{72C6D863-787B-4473-8847-D0FAB5BB4D26}" dt="2026-08-08T07:28:10.369" v="7797" actId="207"/>
        <pc:sldMkLst>
          <pc:docMk/>
          <pc:sldMk cId="1068425629" sldId="313"/>
        </pc:sldMkLst>
        <pc:spChg chg="mod">
          <ac:chgData name="Wahyu Diansyah" userId="003346e95a27af5f" providerId="LiveId" clId="{72C6D863-787B-4473-8847-D0FAB5BB4D26}" dt="2026-08-08T07:28:10.369" v="7797" actId="207"/>
          <ac:spMkLst>
            <pc:docMk/>
            <pc:sldMk cId="1068425629" sldId="313"/>
            <ac:spMk id="4" creationId="{B7BC652B-C484-C6FD-1FA5-862F38A94D73}"/>
          </ac:spMkLst>
        </pc:spChg>
        <pc:spChg chg="add">
          <ac:chgData name="Wahyu Diansyah" userId="003346e95a27af5f" providerId="LiveId" clId="{72C6D863-787B-4473-8847-D0FAB5BB4D26}" dt="2026-08-08T07:26:17.585" v="7776" actId="22"/>
          <ac:spMkLst>
            <pc:docMk/>
            <pc:sldMk cId="1068425629" sldId="313"/>
            <ac:spMk id="6" creationId="{73B73ACB-63A6-6CC6-C541-2FA9F165804A}"/>
          </ac:spMkLst>
        </pc:spChg>
        <pc:spChg chg="del">
          <ac:chgData name="Wahyu Diansyah" userId="003346e95a27af5f" providerId="LiveId" clId="{72C6D863-787B-4473-8847-D0FAB5BB4D26}" dt="2026-08-08T07:26:20.939" v="7777" actId="478"/>
          <ac:spMkLst>
            <pc:docMk/>
            <pc:sldMk cId="1068425629" sldId="313"/>
            <ac:spMk id="8" creationId="{4CED0D34-E7DE-ECE8-2C2D-ABC62AB088ED}"/>
          </ac:spMkLst>
        </pc:spChg>
        <pc:spChg chg="del">
          <ac:chgData name="Wahyu Diansyah" userId="003346e95a27af5f" providerId="LiveId" clId="{72C6D863-787B-4473-8847-D0FAB5BB4D26}" dt="2026-08-08T07:26:20.939" v="7777" actId="478"/>
          <ac:spMkLst>
            <pc:docMk/>
            <pc:sldMk cId="1068425629" sldId="313"/>
            <ac:spMk id="9" creationId="{79C84B3D-5578-3409-81CB-F7D37D2D816D}"/>
          </ac:spMkLst>
        </pc:spChg>
        <pc:spChg chg="add">
          <ac:chgData name="Wahyu Diansyah" userId="003346e95a27af5f" providerId="LiveId" clId="{72C6D863-787B-4473-8847-D0FAB5BB4D26}" dt="2026-08-08T07:26:17.585" v="7776" actId="22"/>
          <ac:spMkLst>
            <pc:docMk/>
            <pc:sldMk cId="1068425629" sldId="313"/>
            <ac:spMk id="10" creationId="{83266AAC-2733-5AA8-DF9D-E8D8553305AB}"/>
          </ac:spMkLst>
        </pc:spChg>
        <pc:spChg chg="add del mod">
          <ac:chgData name="Wahyu Diansyah" userId="003346e95a27af5f" providerId="LiveId" clId="{72C6D863-787B-4473-8847-D0FAB5BB4D26}" dt="2026-08-08T07:26:42.271" v="7781" actId="478"/>
          <ac:spMkLst>
            <pc:docMk/>
            <pc:sldMk cId="1068425629" sldId="313"/>
            <ac:spMk id="11" creationId="{E6AC29AB-DE2E-89DB-8188-4CBD2CA0C508}"/>
          </ac:spMkLst>
        </pc:spChg>
        <pc:picChg chg="mod">
          <ac:chgData name="Wahyu Diansyah" userId="003346e95a27af5f" providerId="LiveId" clId="{72C6D863-787B-4473-8847-D0FAB5BB4D26}" dt="2026-08-08T07:27:40.969" v="7795" actId="1076"/>
          <ac:picMkLst>
            <pc:docMk/>
            <pc:sldMk cId="1068425629" sldId="313"/>
            <ac:picMk id="3" creationId="{428D6027-DB8E-FB57-E8D8-953E758EAD95}"/>
          </ac:picMkLst>
        </pc:picChg>
        <pc:picChg chg="del">
          <ac:chgData name="Wahyu Diansyah" userId="003346e95a27af5f" providerId="LiveId" clId="{72C6D863-787B-4473-8847-D0FAB5BB4D26}" dt="2026-08-08T07:25:36.804" v="7757" actId="21"/>
          <ac:picMkLst>
            <pc:docMk/>
            <pc:sldMk cId="1068425629" sldId="313"/>
            <ac:picMk id="5" creationId="{DADA4042-1344-402B-37F4-7D95B84E079D}"/>
          </ac:picMkLst>
        </pc:picChg>
      </pc:sldChg>
      <pc:sldChg chg="addSp delSp modSp mod setBg">
        <pc:chgData name="Wahyu Diansyah" userId="003346e95a27af5f" providerId="LiveId" clId="{72C6D863-787B-4473-8847-D0FAB5BB4D26}" dt="2026-08-08T07:31:13.089" v="7834" actId="164"/>
        <pc:sldMkLst>
          <pc:docMk/>
          <pc:sldMk cId="3927926822" sldId="314"/>
        </pc:sldMkLst>
        <pc:spChg chg="mod">
          <ac:chgData name="Wahyu Diansyah" userId="003346e95a27af5f" providerId="LiveId" clId="{72C6D863-787B-4473-8847-D0FAB5BB4D26}" dt="2026-08-08T07:30:32.172" v="7829" actId="1076"/>
          <ac:spMkLst>
            <pc:docMk/>
            <pc:sldMk cId="3927926822" sldId="314"/>
            <ac:spMk id="3" creationId="{AD3520B7-26F9-99EB-1796-CB6635CFD794}"/>
          </ac:spMkLst>
        </pc:spChg>
        <pc:spChg chg="add mod">
          <ac:chgData name="Wahyu Diansyah" userId="003346e95a27af5f" providerId="LiveId" clId="{72C6D863-787B-4473-8847-D0FAB5BB4D26}" dt="2026-08-08T07:31:13.089" v="7834" actId="164"/>
          <ac:spMkLst>
            <pc:docMk/>
            <pc:sldMk cId="3927926822" sldId="314"/>
            <ac:spMk id="4" creationId="{445B075A-1820-5335-2426-954159494467}"/>
          </ac:spMkLst>
        </pc:spChg>
        <pc:spChg chg="del mod">
          <ac:chgData name="Wahyu Diansyah" userId="003346e95a27af5f" providerId="LiveId" clId="{72C6D863-787B-4473-8847-D0FAB5BB4D26}" dt="2026-08-08T07:28:54.084" v="7811" actId="478"/>
          <ac:spMkLst>
            <pc:docMk/>
            <pc:sldMk cId="3927926822" sldId="314"/>
            <ac:spMk id="8" creationId="{F3DEAD14-5F97-6F30-03AA-D84E94325FFF}"/>
          </ac:spMkLst>
        </pc:spChg>
        <pc:spChg chg="del">
          <ac:chgData name="Wahyu Diansyah" userId="003346e95a27af5f" providerId="LiveId" clId="{72C6D863-787B-4473-8847-D0FAB5BB4D26}" dt="2026-08-08T07:28:54.084" v="7811" actId="478"/>
          <ac:spMkLst>
            <pc:docMk/>
            <pc:sldMk cId="3927926822" sldId="314"/>
            <ac:spMk id="9" creationId="{7E277726-4360-0DCF-E5CE-88D51AE53121}"/>
          </ac:spMkLst>
        </pc:spChg>
        <pc:spChg chg="add mod">
          <ac:chgData name="Wahyu Diansyah" userId="003346e95a27af5f" providerId="LiveId" clId="{72C6D863-787B-4473-8847-D0FAB5BB4D26}" dt="2026-08-08T07:31:13.089" v="7834" actId="164"/>
          <ac:spMkLst>
            <pc:docMk/>
            <pc:sldMk cId="3927926822" sldId="314"/>
            <ac:spMk id="10" creationId="{7A39202D-4214-F669-F301-9081C3CC3CF9}"/>
          </ac:spMkLst>
        </pc:spChg>
        <pc:grpChg chg="add mod">
          <ac:chgData name="Wahyu Diansyah" userId="003346e95a27af5f" providerId="LiveId" clId="{72C6D863-787B-4473-8847-D0FAB5BB4D26}" dt="2026-08-08T07:31:13.089" v="7834" actId="164"/>
          <ac:grpSpMkLst>
            <pc:docMk/>
            <pc:sldMk cId="3927926822" sldId="314"/>
            <ac:grpSpMk id="11" creationId="{07B09240-E81A-24BF-55B4-60D8B4EF2C7F}"/>
          </ac:grpSpMkLst>
        </pc:grpChg>
        <pc:picChg chg="del">
          <ac:chgData name="Wahyu Diansyah" userId="003346e95a27af5f" providerId="LiveId" clId="{72C6D863-787B-4473-8847-D0FAB5BB4D26}" dt="2026-08-08T07:28:56.221" v="7812" actId="478"/>
          <ac:picMkLst>
            <pc:docMk/>
            <pc:sldMk cId="3927926822" sldId="314"/>
            <ac:picMk id="5" creationId="{489DA8A3-F8DE-4EDC-3E66-8525CCDDC3E3}"/>
          </ac:picMkLst>
        </pc:picChg>
        <pc:picChg chg="mod">
          <ac:chgData name="Wahyu Diansyah" userId="003346e95a27af5f" providerId="LiveId" clId="{72C6D863-787B-4473-8847-D0FAB5BB4D26}" dt="2026-08-08T07:30:35.594" v="7830" actId="1076"/>
          <ac:picMkLst>
            <pc:docMk/>
            <pc:sldMk cId="3927926822" sldId="314"/>
            <ac:picMk id="7" creationId="{56B453D5-E70A-F9C0-9054-5F7E3C887A49}"/>
          </ac:picMkLst>
        </pc:picChg>
      </pc:sldChg>
      <pc:sldChg chg="addSp delSp modSp mod setBg">
        <pc:chgData name="Wahyu Diansyah" userId="003346e95a27af5f" providerId="LiveId" clId="{72C6D863-787B-4473-8847-D0FAB5BB4D26}" dt="2026-08-08T07:32:23.419" v="7864" actId="1076"/>
        <pc:sldMkLst>
          <pc:docMk/>
          <pc:sldMk cId="2290357951" sldId="315"/>
        </pc:sldMkLst>
        <pc:spChg chg="mod">
          <ac:chgData name="Wahyu Diansyah" userId="003346e95a27af5f" providerId="LiveId" clId="{72C6D863-787B-4473-8847-D0FAB5BB4D26}" dt="2026-08-08T07:32:23.419" v="7864" actId="1076"/>
          <ac:spMkLst>
            <pc:docMk/>
            <pc:sldMk cId="2290357951" sldId="315"/>
            <ac:spMk id="3" creationId="{048F4236-D902-7B50-6679-00F4AB0641C9}"/>
          </ac:spMkLst>
        </pc:spChg>
        <pc:spChg chg="mod">
          <ac:chgData name="Wahyu Diansyah" userId="003346e95a27af5f" providerId="LiveId" clId="{72C6D863-787B-4473-8847-D0FAB5BB4D26}" dt="2026-08-08T07:31:18.282" v="7835"/>
          <ac:spMkLst>
            <pc:docMk/>
            <pc:sldMk cId="2290357951" sldId="315"/>
            <ac:spMk id="4" creationId="{93AE9BEC-C1CE-AC8C-C4A9-87123DCC6BC2}"/>
          </ac:spMkLst>
        </pc:spChg>
        <pc:spChg chg="mod">
          <ac:chgData name="Wahyu Diansyah" userId="003346e95a27af5f" providerId="LiveId" clId="{72C6D863-787B-4473-8847-D0FAB5BB4D26}" dt="2026-08-08T07:31:18.282" v="7835"/>
          <ac:spMkLst>
            <pc:docMk/>
            <pc:sldMk cId="2290357951" sldId="315"/>
            <ac:spMk id="7" creationId="{7F3ECC30-C7E4-A689-6EB2-B1152D5001E8}"/>
          </ac:spMkLst>
        </pc:spChg>
        <pc:spChg chg="del">
          <ac:chgData name="Wahyu Diansyah" userId="003346e95a27af5f" providerId="LiveId" clId="{72C6D863-787B-4473-8847-D0FAB5BB4D26}" dt="2026-08-08T07:31:21.815" v="7836" actId="478"/>
          <ac:spMkLst>
            <pc:docMk/>
            <pc:sldMk cId="2290357951" sldId="315"/>
            <ac:spMk id="8" creationId="{8FAD5783-8493-D911-46B9-23AF227CD6E8}"/>
          </ac:spMkLst>
        </pc:spChg>
        <pc:spChg chg="del">
          <ac:chgData name="Wahyu Diansyah" userId="003346e95a27af5f" providerId="LiveId" clId="{72C6D863-787B-4473-8847-D0FAB5BB4D26}" dt="2026-08-08T07:31:21.815" v="7836" actId="478"/>
          <ac:spMkLst>
            <pc:docMk/>
            <pc:sldMk cId="2290357951" sldId="315"/>
            <ac:spMk id="9" creationId="{73257154-9E73-8901-F4F6-5B35917A4700}"/>
          </ac:spMkLst>
        </pc:spChg>
        <pc:grpChg chg="add mod">
          <ac:chgData name="Wahyu Diansyah" userId="003346e95a27af5f" providerId="LiveId" clId="{72C6D863-787B-4473-8847-D0FAB5BB4D26}" dt="2026-08-08T07:31:18.282" v="7835"/>
          <ac:grpSpMkLst>
            <pc:docMk/>
            <pc:sldMk cId="2290357951" sldId="315"/>
            <ac:grpSpMk id="2" creationId="{11DB27B3-EB35-5442-EFB2-89B33B6B2225}"/>
          </ac:grpSpMkLst>
        </pc:grpChg>
        <pc:picChg chg="del">
          <ac:chgData name="Wahyu Diansyah" userId="003346e95a27af5f" providerId="LiveId" clId="{72C6D863-787B-4473-8847-D0FAB5BB4D26}" dt="2026-08-08T07:31:24.699" v="7837" actId="478"/>
          <ac:picMkLst>
            <pc:docMk/>
            <pc:sldMk cId="2290357951" sldId="315"/>
            <ac:picMk id="5" creationId="{69EDD66F-6398-A914-0F3F-B11231259604}"/>
          </ac:picMkLst>
        </pc:picChg>
        <pc:picChg chg="mod">
          <ac:chgData name="Wahyu Diansyah" userId="003346e95a27af5f" providerId="LiveId" clId="{72C6D863-787B-4473-8847-D0FAB5BB4D26}" dt="2026-08-08T07:31:46.543" v="7842" actId="14100"/>
          <ac:picMkLst>
            <pc:docMk/>
            <pc:sldMk cId="2290357951" sldId="315"/>
            <ac:picMk id="6" creationId="{4CF64E7C-801D-F371-817C-8801FD6E3B56}"/>
          </ac:picMkLst>
        </pc:picChg>
      </pc:sldChg>
      <pc:sldChg chg="addSp delSp modSp mod setBg">
        <pc:chgData name="Wahyu Diansyah" userId="003346e95a27af5f" providerId="LiveId" clId="{72C6D863-787B-4473-8847-D0FAB5BB4D26}" dt="2026-08-08T07:33:53.874" v="7879" actId="14100"/>
        <pc:sldMkLst>
          <pc:docMk/>
          <pc:sldMk cId="3467664534" sldId="316"/>
        </pc:sldMkLst>
        <pc:spChg chg="mod">
          <ac:chgData name="Wahyu Diansyah" userId="003346e95a27af5f" providerId="LiveId" clId="{72C6D863-787B-4473-8847-D0FAB5BB4D26}" dt="2026-08-08T07:33:53.874" v="7879" actId="14100"/>
          <ac:spMkLst>
            <pc:docMk/>
            <pc:sldMk cId="3467664534" sldId="316"/>
            <ac:spMk id="4" creationId="{ED02C757-0017-CDAF-A8C0-DA9C4FBB4ECA}"/>
          </ac:spMkLst>
        </pc:spChg>
        <pc:spChg chg="mod">
          <ac:chgData name="Wahyu Diansyah" userId="003346e95a27af5f" providerId="LiveId" clId="{72C6D863-787B-4473-8847-D0FAB5BB4D26}" dt="2026-08-08T07:32:59.860" v="7865"/>
          <ac:spMkLst>
            <pc:docMk/>
            <pc:sldMk cId="3467664534" sldId="316"/>
            <ac:spMk id="6" creationId="{419AD0D2-0DB5-13E3-21A5-A6A317626EAF}"/>
          </ac:spMkLst>
        </pc:spChg>
        <pc:spChg chg="mod">
          <ac:chgData name="Wahyu Diansyah" userId="003346e95a27af5f" providerId="LiveId" clId="{72C6D863-787B-4473-8847-D0FAB5BB4D26}" dt="2026-08-08T07:32:59.860" v="7865"/>
          <ac:spMkLst>
            <pc:docMk/>
            <pc:sldMk cId="3467664534" sldId="316"/>
            <ac:spMk id="7" creationId="{7754F474-6E48-45DA-715C-864EF24254E8}"/>
          </ac:spMkLst>
        </pc:spChg>
        <pc:spChg chg="del">
          <ac:chgData name="Wahyu Diansyah" userId="003346e95a27af5f" providerId="LiveId" clId="{72C6D863-787B-4473-8847-D0FAB5BB4D26}" dt="2026-08-08T07:30:53.866" v="7831" actId="478"/>
          <ac:spMkLst>
            <pc:docMk/>
            <pc:sldMk cId="3467664534" sldId="316"/>
            <ac:spMk id="8" creationId="{B8AE2D58-A745-F144-5358-8FF8058FF62D}"/>
          </ac:spMkLst>
        </pc:spChg>
        <pc:spChg chg="del">
          <ac:chgData name="Wahyu Diansyah" userId="003346e95a27af5f" providerId="LiveId" clId="{72C6D863-787B-4473-8847-D0FAB5BB4D26}" dt="2026-08-08T07:30:53.866" v="7831" actId="478"/>
          <ac:spMkLst>
            <pc:docMk/>
            <pc:sldMk cId="3467664534" sldId="316"/>
            <ac:spMk id="9" creationId="{5B3666DD-084F-D103-AC8B-D57B60870486}"/>
          </ac:spMkLst>
        </pc:spChg>
        <pc:grpChg chg="add mod">
          <ac:chgData name="Wahyu Diansyah" userId="003346e95a27af5f" providerId="LiveId" clId="{72C6D863-787B-4473-8847-D0FAB5BB4D26}" dt="2026-08-08T07:32:59.860" v="7865"/>
          <ac:grpSpMkLst>
            <pc:docMk/>
            <pc:sldMk cId="3467664534" sldId="316"/>
            <ac:grpSpMk id="2" creationId="{3A9FD2A2-E6C8-F5B9-2141-EB8C757F8821}"/>
          </ac:grpSpMkLst>
        </pc:grpChg>
        <pc:picChg chg="mod">
          <ac:chgData name="Wahyu Diansyah" userId="003346e95a27af5f" providerId="LiveId" clId="{72C6D863-787B-4473-8847-D0FAB5BB4D26}" dt="2026-08-08T07:33:09.634" v="7868" actId="14100"/>
          <ac:picMkLst>
            <pc:docMk/>
            <pc:sldMk cId="3467664534" sldId="316"/>
            <ac:picMk id="3" creationId="{1FC1EF57-5F9F-6A31-C1CA-7DAD48AEFC75}"/>
          </ac:picMkLst>
        </pc:picChg>
        <pc:picChg chg="del">
          <ac:chgData name="Wahyu Diansyah" userId="003346e95a27af5f" providerId="LiveId" clId="{72C6D863-787B-4473-8847-D0FAB5BB4D26}" dt="2026-08-08T07:30:55.837" v="7832" actId="478"/>
          <ac:picMkLst>
            <pc:docMk/>
            <pc:sldMk cId="3467664534" sldId="316"/>
            <ac:picMk id="5" creationId="{30A1D590-AF16-3B51-F6F0-14B59734F89A}"/>
          </ac:picMkLst>
        </pc:picChg>
      </pc:sldChg>
      <pc:sldChg chg="addSp delSp modSp mod setBg">
        <pc:chgData name="Wahyu Diansyah" userId="003346e95a27af5f" providerId="LiveId" clId="{72C6D863-787B-4473-8847-D0FAB5BB4D26}" dt="2026-08-08T07:35:42.594" v="7895"/>
        <pc:sldMkLst>
          <pc:docMk/>
          <pc:sldMk cId="3496339995" sldId="317"/>
        </pc:sldMkLst>
        <pc:spChg chg="mod">
          <ac:chgData name="Wahyu Diansyah" userId="003346e95a27af5f" providerId="LiveId" clId="{72C6D863-787B-4473-8847-D0FAB5BB4D26}" dt="2026-08-08T07:35:18.013" v="7894"/>
          <ac:spMkLst>
            <pc:docMk/>
            <pc:sldMk cId="3496339995" sldId="317"/>
            <ac:spMk id="3" creationId="{D318177F-BF16-57D8-4B49-8A91179DFC23}"/>
          </ac:spMkLst>
        </pc:spChg>
        <pc:spChg chg="mod">
          <ac:chgData name="Wahyu Diansyah" userId="003346e95a27af5f" providerId="LiveId" clId="{72C6D863-787B-4473-8847-D0FAB5BB4D26}" dt="2026-08-08T07:34:19.331" v="7882"/>
          <ac:spMkLst>
            <pc:docMk/>
            <pc:sldMk cId="3496339995" sldId="317"/>
            <ac:spMk id="4" creationId="{6C5DD466-6B94-9347-9CE2-4C367CFF3167}"/>
          </ac:spMkLst>
        </pc:spChg>
        <pc:spChg chg="mod">
          <ac:chgData name="Wahyu Diansyah" userId="003346e95a27af5f" providerId="LiveId" clId="{72C6D863-787B-4473-8847-D0FAB5BB4D26}" dt="2026-08-08T07:34:19.331" v="7882"/>
          <ac:spMkLst>
            <pc:docMk/>
            <pc:sldMk cId="3496339995" sldId="317"/>
            <ac:spMk id="6" creationId="{5E9A358C-3FA2-ED58-7EF8-D23EB27C8584}"/>
          </ac:spMkLst>
        </pc:spChg>
        <pc:spChg chg="del">
          <ac:chgData name="Wahyu Diansyah" userId="003346e95a27af5f" providerId="LiveId" clId="{72C6D863-787B-4473-8847-D0FAB5BB4D26}" dt="2026-08-08T07:34:14.350" v="7881" actId="478"/>
          <ac:spMkLst>
            <pc:docMk/>
            <pc:sldMk cId="3496339995" sldId="317"/>
            <ac:spMk id="8" creationId="{99F0F6FA-8903-EC58-DB4B-B6E1BCD8CCD3}"/>
          </ac:spMkLst>
        </pc:spChg>
        <pc:spChg chg="del">
          <ac:chgData name="Wahyu Diansyah" userId="003346e95a27af5f" providerId="LiveId" clId="{72C6D863-787B-4473-8847-D0FAB5BB4D26}" dt="2026-08-08T07:34:14.350" v="7881" actId="478"/>
          <ac:spMkLst>
            <pc:docMk/>
            <pc:sldMk cId="3496339995" sldId="317"/>
            <ac:spMk id="9" creationId="{37C130A1-AC34-8C03-C6D0-25C345FF883C}"/>
          </ac:spMkLst>
        </pc:spChg>
        <pc:grpChg chg="add mod">
          <ac:chgData name="Wahyu Diansyah" userId="003346e95a27af5f" providerId="LiveId" clId="{72C6D863-787B-4473-8847-D0FAB5BB4D26}" dt="2026-08-08T07:34:19.331" v="7882"/>
          <ac:grpSpMkLst>
            <pc:docMk/>
            <pc:sldMk cId="3496339995" sldId="317"/>
            <ac:grpSpMk id="2" creationId="{3C7AEE8D-87C3-483E-7A72-57C012394B15}"/>
          </ac:grpSpMkLst>
        </pc:grpChg>
        <pc:picChg chg="del">
          <ac:chgData name="Wahyu Diansyah" userId="003346e95a27af5f" providerId="LiveId" clId="{72C6D863-787B-4473-8847-D0FAB5BB4D26}" dt="2026-08-08T07:34:11.009" v="7880" actId="478"/>
          <ac:picMkLst>
            <pc:docMk/>
            <pc:sldMk cId="3496339995" sldId="317"/>
            <ac:picMk id="5" creationId="{3FF2A681-00F1-B0E7-3EF6-1A972F0BA75B}"/>
          </ac:picMkLst>
        </pc:picChg>
        <pc:picChg chg="mod">
          <ac:chgData name="Wahyu Diansyah" userId="003346e95a27af5f" providerId="LiveId" clId="{72C6D863-787B-4473-8847-D0FAB5BB4D26}" dt="2026-08-08T07:34:53.565" v="7891" actId="1076"/>
          <ac:picMkLst>
            <pc:docMk/>
            <pc:sldMk cId="3496339995" sldId="317"/>
            <ac:picMk id="15" creationId="{1918E39E-91E2-853E-8A60-C8EB67608481}"/>
          </ac:picMkLst>
        </pc:picChg>
      </pc:sldChg>
      <pc:sldChg chg="addSp delSp modSp mod setBg">
        <pc:chgData name="Wahyu Diansyah" userId="003346e95a27af5f" providerId="LiveId" clId="{72C6D863-787B-4473-8847-D0FAB5BB4D26}" dt="2026-08-08T07:36:29.685" v="7902" actId="14100"/>
        <pc:sldMkLst>
          <pc:docMk/>
          <pc:sldMk cId="2371834442" sldId="318"/>
        </pc:sldMkLst>
        <pc:spChg chg="mod">
          <ac:chgData name="Wahyu Diansyah" userId="003346e95a27af5f" providerId="LiveId" clId="{72C6D863-787B-4473-8847-D0FAB5BB4D26}" dt="2026-08-08T07:36:13.146" v="7898"/>
          <ac:spMkLst>
            <pc:docMk/>
            <pc:sldMk cId="2371834442" sldId="318"/>
            <ac:spMk id="3" creationId="{B5B66B3B-2E5C-E0ED-0A7E-179F91043618}"/>
          </ac:spMkLst>
        </pc:spChg>
        <pc:spChg chg="mod">
          <ac:chgData name="Wahyu Diansyah" userId="003346e95a27af5f" providerId="LiveId" clId="{72C6D863-787B-4473-8847-D0FAB5BB4D26}" dt="2026-08-08T07:36:13.146" v="7898"/>
          <ac:spMkLst>
            <pc:docMk/>
            <pc:sldMk cId="2371834442" sldId="318"/>
            <ac:spMk id="4" creationId="{EFDCC9B5-02EE-28BE-BF8A-583B58147467}"/>
          </ac:spMkLst>
        </pc:spChg>
        <pc:spChg chg="del">
          <ac:chgData name="Wahyu Diansyah" userId="003346e95a27af5f" providerId="LiveId" clId="{72C6D863-787B-4473-8847-D0FAB5BB4D26}" dt="2026-08-08T07:36:03.660" v="7896" actId="478"/>
          <ac:spMkLst>
            <pc:docMk/>
            <pc:sldMk cId="2371834442" sldId="318"/>
            <ac:spMk id="8" creationId="{6D8D9074-0179-E63A-7A6A-E899C854AF71}"/>
          </ac:spMkLst>
        </pc:spChg>
        <pc:spChg chg="del">
          <ac:chgData name="Wahyu Diansyah" userId="003346e95a27af5f" providerId="LiveId" clId="{72C6D863-787B-4473-8847-D0FAB5BB4D26}" dt="2026-08-08T07:36:03.660" v="7896" actId="478"/>
          <ac:spMkLst>
            <pc:docMk/>
            <pc:sldMk cId="2371834442" sldId="318"/>
            <ac:spMk id="9" creationId="{F8D824E3-B888-4CBC-A891-E6C41981F261}"/>
          </ac:spMkLst>
        </pc:spChg>
        <pc:grpChg chg="add mod">
          <ac:chgData name="Wahyu Diansyah" userId="003346e95a27af5f" providerId="LiveId" clId="{72C6D863-787B-4473-8847-D0FAB5BB4D26}" dt="2026-08-08T07:36:13.146" v="7898"/>
          <ac:grpSpMkLst>
            <pc:docMk/>
            <pc:sldMk cId="2371834442" sldId="318"/>
            <ac:grpSpMk id="2" creationId="{80FF5F63-8016-728A-00BE-31A8C7D74986}"/>
          </ac:grpSpMkLst>
        </pc:grpChg>
        <pc:picChg chg="del">
          <ac:chgData name="Wahyu Diansyah" userId="003346e95a27af5f" providerId="LiveId" clId="{72C6D863-787B-4473-8847-D0FAB5BB4D26}" dt="2026-08-08T07:36:03.660" v="7896" actId="478"/>
          <ac:picMkLst>
            <pc:docMk/>
            <pc:sldMk cId="2371834442" sldId="318"/>
            <ac:picMk id="5" creationId="{CAE05294-41DB-8804-7EE8-736102A347DA}"/>
          </ac:picMkLst>
        </pc:picChg>
        <pc:picChg chg="mod">
          <ac:chgData name="Wahyu Diansyah" userId="003346e95a27af5f" providerId="LiveId" clId="{72C6D863-787B-4473-8847-D0FAB5BB4D26}" dt="2026-08-08T07:36:29.685" v="7902" actId="14100"/>
          <ac:picMkLst>
            <pc:docMk/>
            <pc:sldMk cId="2371834442" sldId="318"/>
            <ac:picMk id="6" creationId="{210E1D8D-4E2D-E8D8-3D0C-BBC44047E8DB}"/>
          </ac:picMkLst>
        </pc:picChg>
      </pc:sldChg>
      <pc:sldChg chg="addSp delSp modSp mod setBg">
        <pc:chgData name="Wahyu Diansyah" userId="003346e95a27af5f" providerId="LiveId" clId="{72C6D863-787B-4473-8847-D0FAB5BB4D26}" dt="2026-08-08T07:38:40.310" v="7934" actId="1076"/>
        <pc:sldMkLst>
          <pc:docMk/>
          <pc:sldMk cId="2893456240" sldId="319"/>
        </pc:sldMkLst>
        <pc:spChg chg="mod">
          <ac:chgData name="Wahyu Diansyah" userId="003346e95a27af5f" providerId="LiveId" clId="{72C6D863-787B-4473-8847-D0FAB5BB4D26}" dt="2026-08-08T07:36:45.412" v="7905"/>
          <ac:spMkLst>
            <pc:docMk/>
            <pc:sldMk cId="2893456240" sldId="319"/>
            <ac:spMk id="3" creationId="{14280EA7-168D-C61D-B867-85CADDB49B8B}"/>
          </ac:spMkLst>
        </pc:spChg>
        <pc:spChg chg="mod">
          <ac:chgData name="Wahyu Diansyah" userId="003346e95a27af5f" providerId="LiveId" clId="{72C6D863-787B-4473-8847-D0FAB5BB4D26}" dt="2026-08-08T07:36:45.412" v="7905"/>
          <ac:spMkLst>
            <pc:docMk/>
            <pc:sldMk cId="2893456240" sldId="319"/>
            <ac:spMk id="4" creationId="{3B96FD99-885B-5607-50B1-9544A07A7236}"/>
          </ac:spMkLst>
        </pc:spChg>
        <pc:spChg chg="mod">
          <ac:chgData name="Wahyu Diansyah" userId="003346e95a27af5f" providerId="LiveId" clId="{72C6D863-787B-4473-8847-D0FAB5BB4D26}" dt="2026-08-08T07:38:15.113" v="7930" actId="1076"/>
          <ac:spMkLst>
            <pc:docMk/>
            <pc:sldMk cId="2893456240" sldId="319"/>
            <ac:spMk id="6" creationId="{0B3C2BF3-1549-64D8-1BFC-3323A3F4E3CE}"/>
          </ac:spMkLst>
        </pc:spChg>
        <pc:spChg chg="del">
          <ac:chgData name="Wahyu Diansyah" userId="003346e95a27af5f" providerId="LiveId" clId="{72C6D863-787B-4473-8847-D0FAB5BB4D26}" dt="2026-08-08T07:36:35.657" v="7903" actId="478"/>
          <ac:spMkLst>
            <pc:docMk/>
            <pc:sldMk cId="2893456240" sldId="319"/>
            <ac:spMk id="8" creationId="{1808B70E-EC16-6D5E-4343-DA757B242338}"/>
          </ac:spMkLst>
        </pc:spChg>
        <pc:spChg chg="del">
          <ac:chgData name="Wahyu Diansyah" userId="003346e95a27af5f" providerId="LiveId" clId="{72C6D863-787B-4473-8847-D0FAB5BB4D26}" dt="2026-08-08T07:36:35.657" v="7903" actId="478"/>
          <ac:spMkLst>
            <pc:docMk/>
            <pc:sldMk cId="2893456240" sldId="319"/>
            <ac:spMk id="9" creationId="{F1A2496F-EF01-5C37-3208-19CB4EDE635B}"/>
          </ac:spMkLst>
        </pc:spChg>
        <pc:grpChg chg="add mod">
          <ac:chgData name="Wahyu Diansyah" userId="003346e95a27af5f" providerId="LiveId" clId="{72C6D863-787B-4473-8847-D0FAB5BB4D26}" dt="2026-08-08T07:36:45.412" v="7905"/>
          <ac:grpSpMkLst>
            <pc:docMk/>
            <pc:sldMk cId="2893456240" sldId="319"/>
            <ac:grpSpMk id="2" creationId="{2A3E4085-2DDA-FC8F-F0A0-9F3BE7AD491D}"/>
          </ac:grpSpMkLst>
        </pc:grpChg>
        <pc:picChg chg="del">
          <ac:chgData name="Wahyu Diansyah" userId="003346e95a27af5f" providerId="LiveId" clId="{72C6D863-787B-4473-8847-D0FAB5BB4D26}" dt="2026-08-08T07:36:35.657" v="7903" actId="478"/>
          <ac:picMkLst>
            <pc:docMk/>
            <pc:sldMk cId="2893456240" sldId="319"/>
            <ac:picMk id="5" creationId="{CF5D6801-56A4-96F1-2646-D832994585F9}"/>
          </ac:picMkLst>
        </pc:picChg>
        <pc:picChg chg="mod">
          <ac:chgData name="Wahyu Diansyah" userId="003346e95a27af5f" providerId="LiveId" clId="{72C6D863-787B-4473-8847-D0FAB5BB4D26}" dt="2026-08-08T07:38:40.310" v="7934" actId="1076"/>
          <ac:picMkLst>
            <pc:docMk/>
            <pc:sldMk cId="2893456240" sldId="319"/>
            <ac:picMk id="7" creationId="{A25A57BD-C138-AAD4-DBFC-8E1854C871F3}"/>
          </ac:picMkLst>
        </pc:picChg>
      </pc:sldChg>
      <pc:sldChg chg="addSp delSp modSp mod setBg">
        <pc:chgData name="Wahyu Diansyah" userId="003346e95a27af5f" providerId="LiveId" clId="{72C6D863-787B-4473-8847-D0FAB5BB4D26}" dt="2026-08-08T07:40:53.937" v="7959"/>
        <pc:sldMkLst>
          <pc:docMk/>
          <pc:sldMk cId="1929659225" sldId="320"/>
        </pc:sldMkLst>
        <pc:spChg chg="del mod">
          <ac:chgData name="Wahyu Diansyah" userId="003346e95a27af5f" providerId="LiveId" clId="{72C6D863-787B-4473-8847-D0FAB5BB4D26}" dt="2026-08-08T07:40:42.540" v="7958"/>
          <ac:spMkLst>
            <pc:docMk/>
            <pc:sldMk cId="1929659225" sldId="320"/>
            <ac:spMk id="4" creationId="{D93A62FA-BD24-FD1F-EBBE-31EA398B97ED}"/>
          </ac:spMkLst>
        </pc:spChg>
        <pc:spChg chg="mod">
          <ac:chgData name="Wahyu Diansyah" userId="003346e95a27af5f" providerId="LiveId" clId="{72C6D863-787B-4473-8847-D0FAB5BB4D26}" dt="2026-08-08T07:40:53.937" v="7959"/>
          <ac:spMkLst>
            <pc:docMk/>
            <pc:sldMk cId="1929659225" sldId="320"/>
            <ac:spMk id="6" creationId="{A41AEE48-03EE-4A31-7984-2F78F3068258}"/>
          </ac:spMkLst>
        </pc:spChg>
        <pc:spChg chg="mod">
          <ac:chgData name="Wahyu Diansyah" userId="003346e95a27af5f" providerId="LiveId" clId="{72C6D863-787B-4473-8847-D0FAB5BB4D26}" dt="2026-08-08T07:40:36.408" v="7956" actId="1076"/>
          <ac:spMkLst>
            <pc:docMk/>
            <pc:sldMk cId="1929659225" sldId="320"/>
            <ac:spMk id="7" creationId="{E9A1B711-5CC6-6A7C-0692-20987A959B42}"/>
          </ac:spMkLst>
        </pc:spChg>
        <pc:spChg chg="del">
          <ac:chgData name="Wahyu Diansyah" userId="003346e95a27af5f" providerId="LiveId" clId="{72C6D863-787B-4473-8847-D0FAB5BB4D26}" dt="2026-08-08T07:38:48.462" v="7935" actId="478"/>
          <ac:spMkLst>
            <pc:docMk/>
            <pc:sldMk cId="1929659225" sldId="320"/>
            <ac:spMk id="8" creationId="{A815ABEC-5532-3C60-7F7E-264D9A8D41DC}"/>
          </ac:spMkLst>
        </pc:spChg>
        <pc:spChg chg="del">
          <ac:chgData name="Wahyu Diansyah" userId="003346e95a27af5f" providerId="LiveId" clId="{72C6D863-787B-4473-8847-D0FAB5BB4D26}" dt="2026-08-08T07:38:48.462" v="7935" actId="478"/>
          <ac:spMkLst>
            <pc:docMk/>
            <pc:sldMk cId="1929659225" sldId="320"/>
            <ac:spMk id="9" creationId="{579D5F3A-ED21-2E15-AEC0-958B33868D63}"/>
          </ac:spMkLst>
        </pc:spChg>
        <pc:spChg chg="mod">
          <ac:chgData name="Wahyu Diansyah" userId="003346e95a27af5f" providerId="LiveId" clId="{72C6D863-787B-4473-8847-D0FAB5BB4D26}" dt="2026-08-08T07:40:53.937" v="7959"/>
          <ac:spMkLst>
            <pc:docMk/>
            <pc:sldMk cId="1929659225" sldId="320"/>
            <ac:spMk id="10" creationId="{8684A062-6126-E839-DF6D-314E794ADC24}"/>
          </ac:spMkLst>
        </pc:spChg>
        <pc:grpChg chg="add mod">
          <ac:chgData name="Wahyu Diansyah" userId="003346e95a27af5f" providerId="LiveId" clId="{72C6D863-787B-4473-8847-D0FAB5BB4D26}" dt="2026-08-08T07:40:53.937" v="7959"/>
          <ac:grpSpMkLst>
            <pc:docMk/>
            <pc:sldMk cId="1929659225" sldId="320"/>
            <ac:grpSpMk id="2" creationId="{E6B388E8-B664-27A1-87D2-57B2F93A1AD3}"/>
          </ac:grpSpMkLst>
        </pc:grpChg>
        <pc:picChg chg="mod">
          <ac:chgData name="Wahyu Diansyah" userId="003346e95a27af5f" providerId="LiveId" clId="{72C6D863-787B-4473-8847-D0FAB5BB4D26}" dt="2026-08-08T07:40:31.733" v="7955" actId="14100"/>
          <ac:picMkLst>
            <pc:docMk/>
            <pc:sldMk cId="1929659225" sldId="320"/>
            <ac:picMk id="3" creationId="{58B730B1-19A0-806E-439E-FA7F1BBCC482}"/>
          </ac:picMkLst>
        </pc:picChg>
        <pc:picChg chg="del">
          <ac:chgData name="Wahyu Diansyah" userId="003346e95a27af5f" providerId="LiveId" clId="{72C6D863-787B-4473-8847-D0FAB5BB4D26}" dt="2026-08-08T07:38:48.462" v="7935" actId="478"/>
          <ac:picMkLst>
            <pc:docMk/>
            <pc:sldMk cId="1929659225" sldId="320"/>
            <ac:picMk id="5" creationId="{85C6C3AA-06D0-863A-F82A-16C56902935C}"/>
          </ac:picMkLst>
        </pc:picChg>
      </pc:sldChg>
      <pc:sldChg chg="addSp delSp modSp mod setBg">
        <pc:chgData name="Wahyu Diansyah" userId="003346e95a27af5f" providerId="LiveId" clId="{72C6D863-787B-4473-8847-D0FAB5BB4D26}" dt="2026-08-08T07:49:32.192" v="8042" actId="1076"/>
        <pc:sldMkLst>
          <pc:docMk/>
          <pc:sldMk cId="1529025661" sldId="321"/>
        </pc:sldMkLst>
        <pc:spChg chg="mod">
          <ac:chgData name="Wahyu Diansyah" userId="003346e95a27af5f" providerId="LiveId" clId="{72C6D863-787B-4473-8847-D0FAB5BB4D26}" dt="2026-08-08T07:49:22.741" v="8041" actId="1076"/>
          <ac:spMkLst>
            <pc:docMk/>
            <pc:sldMk cId="1529025661" sldId="321"/>
            <ac:spMk id="3" creationId="{CCE74FB5-9D28-1DB3-F619-FF922A820C94}"/>
          </ac:spMkLst>
        </pc:spChg>
        <pc:spChg chg="mod">
          <ac:chgData name="Wahyu Diansyah" userId="003346e95a27af5f" providerId="LiveId" clId="{72C6D863-787B-4473-8847-D0FAB5BB4D26}" dt="2026-08-08T07:49:32.192" v="8042" actId="1076"/>
          <ac:spMkLst>
            <pc:docMk/>
            <pc:sldMk cId="1529025661" sldId="321"/>
            <ac:spMk id="6" creationId="{0585469D-032F-53DE-8009-272D5E55B5E7}"/>
          </ac:spMkLst>
        </pc:spChg>
        <pc:spChg chg="mod">
          <ac:chgData name="Wahyu Diansyah" userId="003346e95a27af5f" providerId="LiveId" clId="{72C6D863-787B-4473-8847-D0FAB5BB4D26}" dt="2026-08-08T07:41:10.669" v="7961"/>
          <ac:spMkLst>
            <pc:docMk/>
            <pc:sldMk cId="1529025661" sldId="321"/>
            <ac:spMk id="7" creationId="{06354DB4-6F54-6C97-F906-08B5A9E746E0}"/>
          </ac:spMkLst>
        </pc:spChg>
        <pc:spChg chg="del">
          <ac:chgData name="Wahyu Diansyah" userId="003346e95a27af5f" providerId="LiveId" clId="{72C6D863-787B-4473-8847-D0FAB5BB4D26}" dt="2026-08-08T07:41:10.014" v="7960" actId="478"/>
          <ac:spMkLst>
            <pc:docMk/>
            <pc:sldMk cId="1529025661" sldId="321"/>
            <ac:spMk id="8" creationId="{9C5D70B9-576E-1A71-DBC8-EB6BF3481577}"/>
          </ac:spMkLst>
        </pc:spChg>
        <pc:spChg chg="del">
          <ac:chgData name="Wahyu Diansyah" userId="003346e95a27af5f" providerId="LiveId" clId="{72C6D863-787B-4473-8847-D0FAB5BB4D26}" dt="2026-08-08T07:41:10.014" v="7960" actId="478"/>
          <ac:spMkLst>
            <pc:docMk/>
            <pc:sldMk cId="1529025661" sldId="321"/>
            <ac:spMk id="9" creationId="{D42C96E2-BDFC-463C-8EEC-DA759D859EC6}"/>
          </ac:spMkLst>
        </pc:spChg>
        <pc:spChg chg="mod">
          <ac:chgData name="Wahyu Diansyah" userId="003346e95a27af5f" providerId="LiveId" clId="{72C6D863-787B-4473-8847-D0FAB5BB4D26}" dt="2026-08-08T07:41:10.669" v="7961"/>
          <ac:spMkLst>
            <pc:docMk/>
            <pc:sldMk cId="1529025661" sldId="321"/>
            <ac:spMk id="10" creationId="{B1634508-6C3D-5B84-A99B-58B1E0F3298B}"/>
          </ac:spMkLst>
        </pc:spChg>
        <pc:grpChg chg="add mod">
          <ac:chgData name="Wahyu Diansyah" userId="003346e95a27af5f" providerId="LiveId" clId="{72C6D863-787B-4473-8847-D0FAB5BB4D26}" dt="2026-08-08T07:41:10.669" v="7961"/>
          <ac:grpSpMkLst>
            <pc:docMk/>
            <pc:sldMk cId="1529025661" sldId="321"/>
            <ac:grpSpMk id="2" creationId="{D381D0B0-79CE-6A16-6551-19BC75B7D79C}"/>
          </ac:grpSpMkLst>
        </pc:grpChg>
        <pc:picChg chg="mod ord modCrop">
          <ac:chgData name="Wahyu Diansyah" userId="003346e95a27af5f" providerId="LiveId" clId="{72C6D863-787B-4473-8847-D0FAB5BB4D26}" dt="2026-08-08T07:49:19.344" v="8040" actId="14100"/>
          <ac:picMkLst>
            <pc:docMk/>
            <pc:sldMk cId="1529025661" sldId="321"/>
            <ac:picMk id="4" creationId="{844B43D3-C031-AFCF-E3FB-C6738187023C}"/>
          </ac:picMkLst>
        </pc:picChg>
        <pc:picChg chg="del">
          <ac:chgData name="Wahyu Diansyah" userId="003346e95a27af5f" providerId="LiveId" clId="{72C6D863-787B-4473-8847-D0FAB5BB4D26}" dt="2026-08-08T07:41:10.014" v="7960" actId="478"/>
          <ac:picMkLst>
            <pc:docMk/>
            <pc:sldMk cId="1529025661" sldId="321"/>
            <ac:picMk id="5" creationId="{A3609D46-C87F-96F3-CF08-CCAA1EBC35B9}"/>
          </ac:picMkLst>
        </pc:picChg>
      </pc:sldChg>
      <pc:sldChg chg="addSp delSp modSp mod setBg">
        <pc:chgData name="Wahyu Diansyah" userId="003346e95a27af5f" providerId="LiveId" clId="{72C6D863-787B-4473-8847-D0FAB5BB4D26}" dt="2026-08-08T07:52:02.704" v="8082" actId="20577"/>
        <pc:sldMkLst>
          <pc:docMk/>
          <pc:sldMk cId="2275996275" sldId="323"/>
        </pc:sldMkLst>
        <pc:spChg chg="mod">
          <ac:chgData name="Wahyu Diansyah" userId="003346e95a27af5f" providerId="LiveId" clId="{72C6D863-787B-4473-8847-D0FAB5BB4D26}" dt="2026-08-08T07:45:36.047" v="8009" actId="1076"/>
          <ac:spMkLst>
            <pc:docMk/>
            <pc:sldMk cId="2275996275" sldId="323"/>
            <ac:spMk id="4" creationId="{D943F9D7-1BDC-263F-27C7-F55451658E63}"/>
          </ac:spMkLst>
        </pc:spChg>
        <pc:spChg chg="mod">
          <ac:chgData name="Wahyu Diansyah" userId="003346e95a27af5f" providerId="LiveId" clId="{72C6D863-787B-4473-8847-D0FAB5BB4D26}" dt="2026-08-08T07:52:02.704" v="8082" actId="20577"/>
          <ac:spMkLst>
            <pc:docMk/>
            <pc:sldMk cId="2275996275" sldId="323"/>
            <ac:spMk id="6" creationId="{3107C550-133C-FDAD-7E61-24534B246EBF}"/>
          </ac:spMkLst>
        </pc:spChg>
        <pc:spChg chg="del">
          <ac:chgData name="Wahyu Diansyah" userId="003346e95a27af5f" providerId="LiveId" clId="{72C6D863-787B-4473-8847-D0FAB5BB4D26}" dt="2026-08-08T07:46:53.167" v="8019" actId="478"/>
          <ac:spMkLst>
            <pc:docMk/>
            <pc:sldMk cId="2275996275" sldId="323"/>
            <ac:spMk id="7" creationId="{8F2D1533-B21E-2F8C-B0BF-2A8ADD19C40F}"/>
          </ac:spMkLst>
        </pc:spChg>
        <pc:spChg chg="del">
          <ac:chgData name="Wahyu Diansyah" userId="003346e95a27af5f" providerId="LiveId" clId="{72C6D863-787B-4473-8847-D0FAB5BB4D26}" dt="2026-08-08T07:44:07.096" v="7991" actId="478"/>
          <ac:spMkLst>
            <pc:docMk/>
            <pc:sldMk cId="2275996275" sldId="323"/>
            <ac:spMk id="8" creationId="{C5612911-6735-941F-3B5E-1A0ACF18C45A}"/>
          </ac:spMkLst>
        </pc:spChg>
        <pc:spChg chg="del">
          <ac:chgData name="Wahyu Diansyah" userId="003346e95a27af5f" providerId="LiveId" clId="{72C6D863-787B-4473-8847-D0FAB5BB4D26}" dt="2026-08-08T07:44:07.096" v="7991" actId="478"/>
          <ac:spMkLst>
            <pc:docMk/>
            <pc:sldMk cId="2275996275" sldId="323"/>
            <ac:spMk id="9" creationId="{9196FDAD-83E7-217E-8B68-A3C869B72433}"/>
          </ac:spMkLst>
        </pc:spChg>
        <pc:spChg chg="del">
          <ac:chgData name="Wahyu Diansyah" userId="003346e95a27af5f" providerId="LiveId" clId="{72C6D863-787B-4473-8847-D0FAB5BB4D26}" dt="2026-08-08T07:44:59.465" v="8001" actId="478"/>
          <ac:spMkLst>
            <pc:docMk/>
            <pc:sldMk cId="2275996275" sldId="323"/>
            <ac:spMk id="10" creationId="{FCABB537-3A66-5DA0-9666-362E0CCC0956}"/>
          </ac:spMkLst>
        </pc:spChg>
        <pc:spChg chg="del">
          <ac:chgData name="Wahyu Diansyah" userId="003346e95a27af5f" providerId="LiveId" clId="{72C6D863-787B-4473-8847-D0FAB5BB4D26}" dt="2026-08-08T07:45:01.493" v="8002" actId="478"/>
          <ac:spMkLst>
            <pc:docMk/>
            <pc:sldMk cId="2275996275" sldId="323"/>
            <ac:spMk id="11" creationId="{EB6C09CA-CF83-6232-38E3-3CE458631573}"/>
          </ac:spMkLst>
        </pc:spChg>
        <pc:spChg chg="mod">
          <ac:chgData name="Wahyu Diansyah" userId="003346e95a27af5f" providerId="LiveId" clId="{72C6D863-787B-4473-8847-D0FAB5BB4D26}" dt="2026-08-08T07:45:10.509" v="8003"/>
          <ac:spMkLst>
            <pc:docMk/>
            <pc:sldMk cId="2275996275" sldId="323"/>
            <ac:spMk id="12" creationId="{C3AAE07E-B500-D477-59F4-098CECC7EDDF}"/>
          </ac:spMkLst>
        </pc:spChg>
        <pc:spChg chg="add mod">
          <ac:chgData name="Wahyu Diansyah" userId="003346e95a27af5f" providerId="LiveId" clId="{72C6D863-787B-4473-8847-D0FAB5BB4D26}" dt="2026-08-08T07:47:37.512" v="8024" actId="1076"/>
          <ac:spMkLst>
            <pc:docMk/>
            <pc:sldMk cId="2275996275" sldId="323"/>
            <ac:spMk id="13" creationId="{41633A76-0801-9662-2AE2-316936274304}"/>
          </ac:spMkLst>
        </pc:spChg>
        <pc:grpChg chg="add mod">
          <ac:chgData name="Wahyu Diansyah" userId="003346e95a27af5f" providerId="LiveId" clId="{72C6D863-787B-4473-8847-D0FAB5BB4D26}" dt="2026-08-08T07:45:10.509" v="8003"/>
          <ac:grpSpMkLst>
            <pc:docMk/>
            <pc:sldMk cId="2275996275" sldId="323"/>
            <ac:grpSpMk id="2" creationId="{24EE940C-B0A5-472A-F4EC-E05853A60A9D}"/>
          </ac:grpSpMkLst>
        </pc:grpChg>
        <pc:picChg chg="mod ord modCrop">
          <ac:chgData name="Wahyu Diansyah" userId="003346e95a27af5f" providerId="LiveId" clId="{72C6D863-787B-4473-8847-D0FAB5BB4D26}" dt="2026-08-08T07:46:47.217" v="8018" actId="167"/>
          <ac:picMkLst>
            <pc:docMk/>
            <pc:sldMk cId="2275996275" sldId="323"/>
            <ac:picMk id="3" creationId="{2DB63322-3BFA-D680-76E9-1E2B843D8B24}"/>
          </ac:picMkLst>
        </pc:picChg>
        <pc:picChg chg="del">
          <ac:chgData name="Wahyu Diansyah" userId="003346e95a27af5f" providerId="LiveId" clId="{72C6D863-787B-4473-8847-D0FAB5BB4D26}" dt="2026-08-08T07:44:09.605" v="7992" actId="478"/>
          <ac:picMkLst>
            <pc:docMk/>
            <pc:sldMk cId="2275996275" sldId="323"/>
            <ac:picMk id="5" creationId="{06A83D0B-E317-33D3-C147-EE9A0D33F2A8}"/>
          </ac:picMkLst>
        </pc:picChg>
      </pc:sldChg>
      <pc:sldChg chg="addSp delSp modSp mod setBg">
        <pc:chgData name="Wahyu Diansyah" userId="003346e95a27af5f" providerId="LiveId" clId="{72C6D863-787B-4473-8847-D0FAB5BB4D26}" dt="2026-08-08T07:52:50.821" v="8089" actId="1076"/>
        <pc:sldMkLst>
          <pc:docMk/>
          <pc:sldMk cId="592796300" sldId="324"/>
        </pc:sldMkLst>
        <pc:spChg chg="mod">
          <ac:chgData name="Wahyu Diansyah" userId="003346e95a27af5f" providerId="LiveId" clId="{72C6D863-787B-4473-8847-D0FAB5BB4D26}" dt="2026-08-08T07:51:21.322" v="8070" actId="1076"/>
          <ac:spMkLst>
            <pc:docMk/>
            <pc:sldMk cId="592796300" sldId="324"/>
            <ac:spMk id="3" creationId="{3ACE77ED-6AE2-5EB8-B156-9C97BEFF619E}"/>
          </ac:spMkLst>
        </pc:spChg>
        <pc:spChg chg="mod">
          <ac:chgData name="Wahyu Diansyah" userId="003346e95a27af5f" providerId="LiveId" clId="{72C6D863-787B-4473-8847-D0FAB5BB4D26}" dt="2026-08-08T07:52:39.914" v="8087"/>
          <ac:spMkLst>
            <pc:docMk/>
            <pc:sldMk cId="592796300" sldId="324"/>
            <ac:spMk id="6" creationId="{97AB5A04-56D4-7A42-5C0F-D68B46EB43AB}"/>
          </ac:spMkLst>
        </pc:spChg>
        <pc:spChg chg="del">
          <ac:chgData name="Wahyu Diansyah" userId="003346e95a27af5f" providerId="LiveId" clId="{72C6D863-787B-4473-8847-D0FAB5BB4D26}" dt="2026-08-08T07:49:48.021" v="8043" actId="478"/>
          <ac:spMkLst>
            <pc:docMk/>
            <pc:sldMk cId="592796300" sldId="324"/>
            <ac:spMk id="8" creationId="{3E9EAA2A-B366-79E3-6714-0C55B61FEDFE}"/>
          </ac:spMkLst>
        </pc:spChg>
        <pc:spChg chg="del">
          <ac:chgData name="Wahyu Diansyah" userId="003346e95a27af5f" providerId="LiveId" clId="{72C6D863-787B-4473-8847-D0FAB5BB4D26}" dt="2026-08-08T07:49:48.021" v="8043" actId="478"/>
          <ac:spMkLst>
            <pc:docMk/>
            <pc:sldMk cId="592796300" sldId="324"/>
            <ac:spMk id="9" creationId="{AE715955-5F70-06A9-2D15-DDE2139EC52C}"/>
          </ac:spMkLst>
        </pc:spChg>
        <pc:spChg chg="mod">
          <ac:chgData name="Wahyu Diansyah" userId="003346e95a27af5f" providerId="LiveId" clId="{72C6D863-787B-4473-8847-D0FAB5BB4D26}" dt="2026-08-08T07:52:39.914" v="8087"/>
          <ac:spMkLst>
            <pc:docMk/>
            <pc:sldMk cId="592796300" sldId="324"/>
            <ac:spMk id="10" creationId="{B126EC1C-43A8-F716-FCA0-6D2F0968B6F5}"/>
          </ac:spMkLst>
        </pc:spChg>
        <pc:spChg chg="add mod">
          <ac:chgData name="Wahyu Diansyah" userId="003346e95a27af5f" providerId="LiveId" clId="{72C6D863-787B-4473-8847-D0FAB5BB4D26}" dt="2026-08-08T07:52:50.821" v="8089" actId="1076"/>
          <ac:spMkLst>
            <pc:docMk/>
            <pc:sldMk cId="592796300" sldId="324"/>
            <ac:spMk id="14" creationId="{6BFB3D14-60D1-9C80-206B-C943CF34D709}"/>
          </ac:spMkLst>
        </pc:spChg>
        <pc:grpChg chg="add mod">
          <ac:chgData name="Wahyu Diansyah" userId="003346e95a27af5f" providerId="LiveId" clId="{72C6D863-787B-4473-8847-D0FAB5BB4D26}" dt="2026-08-08T07:52:39.914" v="8087"/>
          <ac:grpSpMkLst>
            <pc:docMk/>
            <pc:sldMk cId="592796300" sldId="324"/>
            <ac:grpSpMk id="2" creationId="{A4749B89-6A78-8137-76A9-B7C2E529E734}"/>
          </ac:grpSpMkLst>
        </pc:grpChg>
        <pc:picChg chg="mod modCrop">
          <ac:chgData name="Wahyu Diansyah" userId="003346e95a27af5f" providerId="LiveId" clId="{72C6D863-787B-4473-8847-D0FAB5BB4D26}" dt="2026-08-08T07:50:34.606" v="8053" actId="14100"/>
          <ac:picMkLst>
            <pc:docMk/>
            <pc:sldMk cId="592796300" sldId="324"/>
            <ac:picMk id="4" creationId="{23AA79B7-BFA1-112C-A85D-D857824186FA}"/>
          </ac:picMkLst>
        </pc:picChg>
        <pc:picChg chg="del">
          <ac:chgData name="Wahyu Diansyah" userId="003346e95a27af5f" providerId="LiveId" clId="{72C6D863-787B-4473-8847-D0FAB5BB4D26}" dt="2026-08-08T07:50:19.773" v="8049" actId="478"/>
          <ac:picMkLst>
            <pc:docMk/>
            <pc:sldMk cId="592796300" sldId="324"/>
            <ac:picMk id="5" creationId="{480AE246-63F4-B56E-0BED-5B1F1119ED53}"/>
          </ac:picMkLst>
        </pc:picChg>
        <pc:picChg chg="del">
          <ac:chgData name="Wahyu Diansyah" userId="003346e95a27af5f" providerId="LiveId" clId="{72C6D863-787B-4473-8847-D0FAB5BB4D26}" dt="2026-08-08T07:52:26.907" v="8085" actId="478"/>
          <ac:picMkLst>
            <pc:docMk/>
            <pc:sldMk cId="592796300" sldId="324"/>
            <ac:picMk id="7" creationId="{8AF548E4-E642-A5BF-59D0-A2029E4F223D}"/>
          </ac:picMkLst>
        </pc:picChg>
        <pc:picChg chg="del mod">
          <ac:chgData name="Wahyu Diansyah" userId="003346e95a27af5f" providerId="LiveId" clId="{72C6D863-787B-4473-8847-D0FAB5BB4D26}" dt="2026-08-08T07:52:28.801" v="8086" actId="478"/>
          <ac:picMkLst>
            <pc:docMk/>
            <pc:sldMk cId="592796300" sldId="324"/>
            <ac:picMk id="11" creationId="{07791F07-B90A-909D-C889-C0202C71BC96}"/>
          </ac:picMkLst>
        </pc:picChg>
        <pc:picChg chg="del mod">
          <ac:chgData name="Wahyu Diansyah" userId="003346e95a27af5f" providerId="LiveId" clId="{72C6D863-787B-4473-8847-D0FAB5BB4D26}" dt="2026-08-08T07:52:25.600" v="8084" actId="478"/>
          <ac:picMkLst>
            <pc:docMk/>
            <pc:sldMk cId="592796300" sldId="324"/>
            <ac:picMk id="13" creationId="{6BE3CBF6-72A4-1641-0F4E-CE7C21475B80}"/>
          </ac:picMkLst>
        </pc:picChg>
      </pc:sldChg>
      <pc:sldChg chg="addSp delSp modSp mod setBg">
        <pc:chgData name="Wahyu Diansyah" userId="003346e95a27af5f" providerId="LiveId" clId="{72C6D863-787B-4473-8847-D0FAB5BB4D26}" dt="2026-08-08T08:05:14.842" v="8378" actId="1076"/>
        <pc:sldMkLst>
          <pc:docMk/>
          <pc:sldMk cId="970378908" sldId="325"/>
        </pc:sldMkLst>
        <pc:spChg chg="mod">
          <ac:chgData name="Wahyu Diansyah" userId="003346e95a27af5f" providerId="LiveId" clId="{72C6D863-787B-4473-8847-D0FAB5BB4D26}" dt="2026-08-08T08:03:02.089" v="8347"/>
          <ac:spMkLst>
            <pc:docMk/>
            <pc:sldMk cId="970378908" sldId="325"/>
            <ac:spMk id="4" creationId="{8091BECC-148A-CB37-BC85-7CB63E4BC2FC}"/>
          </ac:spMkLst>
        </pc:spChg>
        <pc:spChg chg="mod">
          <ac:chgData name="Wahyu Diansyah" userId="003346e95a27af5f" providerId="LiveId" clId="{72C6D863-787B-4473-8847-D0FAB5BB4D26}" dt="2026-08-08T08:04:56.805" v="8373" actId="14100"/>
          <ac:spMkLst>
            <pc:docMk/>
            <pc:sldMk cId="970378908" sldId="325"/>
            <ac:spMk id="6" creationId="{ABBB32B3-400C-75C3-AB6B-22881C85DA93}"/>
          </ac:spMkLst>
        </pc:spChg>
        <pc:spChg chg="mod">
          <ac:chgData name="Wahyu Diansyah" userId="003346e95a27af5f" providerId="LiveId" clId="{72C6D863-787B-4473-8847-D0FAB5BB4D26}" dt="2026-08-08T08:03:02.089" v="8347"/>
          <ac:spMkLst>
            <pc:docMk/>
            <pc:sldMk cId="970378908" sldId="325"/>
            <ac:spMk id="7" creationId="{9C2BCBD8-0CA2-31D8-C3E7-455BD28EBF00}"/>
          </ac:spMkLst>
        </pc:spChg>
        <pc:spChg chg="del">
          <ac:chgData name="Wahyu Diansyah" userId="003346e95a27af5f" providerId="LiveId" clId="{72C6D863-787B-4473-8847-D0FAB5BB4D26}" dt="2026-08-08T08:03:10.594" v="8349" actId="478"/>
          <ac:spMkLst>
            <pc:docMk/>
            <pc:sldMk cId="970378908" sldId="325"/>
            <ac:spMk id="8" creationId="{EA6D3F88-64A5-3B8C-316E-2CED16717D47}"/>
          </ac:spMkLst>
        </pc:spChg>
        <pc:spChg chg="del">
          <ac:chgData name="Wahyu Diansyah" userId="003346e95a27af5f" providerId="LiveId" clId="{72C6D863-787B-4473-8847-D0FAB5BB4D26}" dt="2026-08-08T08:03:06.857" v="8348" actId="478"/>
          <ac:spMkLst>
            <pc:docMk/>
            <pc:sldMk cId="970378908" sldId="325"/>
            <ac:spMk id="9" creationId="{64A3EA1D-7E9E-96A5-845E-2CEE39421BB7}"/>
          </ac:spMkLst>
        </pc:spChg>
        <pc:spChg chg="add mod">
          <ac:chgData name="Wahyu Diansyah" userId="003346e95a27af5f" providerId="LiveId" clId="{72C6D863-787B-4473-8847-D0FAB5BB4D26}" dt="2026-08-08T08:05:11.333" v="8376" actId="14100"/>
          <ac:spMkLst>
            <pc:docMk/>
            <pc:sldMk cId="970378908" sldId="325"/>
            <ac:spMk id="11" creationId="{68999FC8-8807-BD76-7C9E-B3CA5366BE00}"/>
          </ac:spMkLst>
        </pc:spChg>
        <pc:spChg chg="add mod">
          <ac:chgData name="Wahyu Diansyah" userId="003346e95a27af5f" providerId="LiveId" clId="{72C6D863-787B-4473-8847-D0FAB5BB4D26}" dt="2026-08-08T08:05:14.842" v="8378" actId="1076"/>
          <ac:spMkLst>
            <pc:docMk/>
            <pc:sldMk cId="970378908" sldId="325"/>
            <ac:spMk id="12" creationId="{C3767891-6E7E-8742-431E-C9215F30F138}"/>
          </ac:spMkLst>
        </pc:spChg>
        <pc:grpChg chg="add mod">
          <ac:chgData name="Wahyu Diansyah" userId="003346e95a27af5f" providerId="LiveId" clId="{72C6D863-787B-4473-8847-D0FAB5BB4D26}" dt="2026-08-08T08:03:02.089" v="8347"/>
          <ac:grpSpMkLst>
            <pc:docMk/>
            <pc:sldMk cId="970378908" sldId="325"/>
            <ac:grpSpMk id="2" creationId="{5DA1992B-EF7D-F1D9-7227-6AEBCE77CCDC}"/>
          </ac:grpSpMkLst>
        </pc:grpChg>
        <pc:picChg chg="mod ord modCrop">
          <ac:chgData name="Wahyu Diansyah" userId="003346e95a27af5f" providerId="LiveId" clId="{72C6D863-787B-4473-8847-D0FAB5BB4D26}" dt="2026-08-08T08:04:47.967" v="8369" actId="167"/>
          <ac:picMkLst>
            <pc:docMk/>
            <pc:sldMk cId="970378908" sldId="325"/>
            <ac:picMk id="3" creationId="{20498A33-ACB0-111D-C4E1-3E8493633439}"/>
          </ac:picMkLst>
        </pc:picChg>
        <pc:picChg chg="del">
          <ac:chgData name="Wahyu Diansyah" userId="003346e95a27af5f" providerId="LiveId" clId="{72C6D863-787B-4473-8847-D0FAB5BB4D26}" dt="2026-08-08T08:03:12.643" v="8350" actId="478"/>
          <ac:picMkLst>
            <pc:docMk/>
            <pc:sldMk cId="970378908" sldId="325"/>
            <ac:picMk id="5" creationId="{26B980A9-3E1D-421B-A2CD-698E95E3FDF9}"/>
          </ac:picMkLst>
        </pc:picChg>
      </pc:sldChg>
      <pc:sldChg chg="addSp delSp modSp mod setBg">
        <pc:chgData name="Wahyu Diansyah" userId="003346e95a27af5f" providerId="LiveId" clId="{72C6D863-787B-4473-8847-D0FAB5BB4D26}" dt="2026-08-08T07:56:10.945" v="8178" actId="1076"/>
        <pc:sldMkLst>
          <pc:docMk/>
          <pc:sldMk cId="3558772752" sldId="327"/>
        </pc:sldMkLst>
        <pc:spChg chg="mod">
          <ac:chgData name="Wahyu Diansyah" userId="003346e95a27af5f" providerId="LiveId" clId="{72C6D863-787B-4473-8847-D0FAB5BB4D26}" dt="2026-08-08T07:56:10.945" v="8178" actId="1076"/>
          <ac:spMkLst>
            <pc:docMk/>
            <pc:sldMk cId="3558772752" sldId="327"/>
            <ac:spMk id="3" creationId="{A7C65ADF-6D85-B293-3B95-126E0E6FA727}"/>
          </ac:spMkLst>
        </pc:spChg>
        <pc:spChg chg="add mod">
          <ac:chgData name="Wahyu Diansyah" userId="003346e95a27af5f" providerId="LiveId" clId="{72C6D863-787B-4473-8847-D0FAB5BB4D26}" dt="2026-08-08T07:55:04.583" v="8159" actId="1076"/>
          <ac:spMkLst>
            <pc:docMk/>
            <pc:sldMk cId="3558772752" sldId="327"/>
            <ac:spMk id="6" creationId="{2DBDEEBE-AF31-187F-E43A-D0C03DB30E22}"/>
          </ac:spMkLst>
        </pc:spChg>
        <pc:spChg chg="del">
          <ac:chgData name="Wahyu Diansyah" userId="003346e95a27af5f" providerId="LiveId" clId="{72C6D863-787B-4473-8847-D0FAB5BB4D26}" dt="2026-08-08T07:54:09.645" v="8147" actId="478"/>
          <ac:spMkLst>
            <pc:docMk/>
            <pc:sldMk cId="3558772752" sldId="327"/>
            <ac:spMk id="8" creationId="{41A5AC6C-5822-A689-CC7C-76F1AD5B57B7}"/>
          </ac:spMkLst>
        </pc:spChg>
        <pc:spChg chg="del">
          <ac:chgData name="Wahyu Diansyah" userId="003346e95a27af5f" providerId="LiveId" clId="{72C6D863-787B-4473-8847-D0FAB5BB4D26}" dt="2026-08-08T07:54:09.645" v="8147" actId="478"/>
          <ac:spMkLst>
            <pc:docMk/>
            <pc:sldMk cId="3558772752" sldId="327"/>
            <ac:spMk id="9" creationId="{F4DC621B-F335-0FD8-AFE7-8DE35D8BC646}"/>
          </ac:spMkLst>
        </pc:spChg>
        <pc:spChg chg="mod">
          <ac:chgData name="Wahyu Diansyah" userId="003346e95a27af5f" providerId="LiveId" clId="{72C6D863-787B-4473-8847-D0FAB5BB4D26}" dt="2026-08-08T07:54:22.294" v="8149"/>
          <ac:spMkLst>
            <pc:docMk/>
            <pc:sldMk cId="3558772752" sldId="327"/>
            <ac:spMk id="11" creationId="{F27FEA65-514C-94A0-7A7C-36917841B57F}"/>
          </ac:spMkLst>
        </pc:spChg>
        <pc:spChg chg="mod">
          <ac:chgData name="Wahyu Diansyah" userId="003346e95a27af5f" providerId="LiveId" clId="{72C6D863-787B-4473-8847-D0FAB5BB4D26}" dt="2026-08-08T07:54:22.294" v="8149"/>
          <ac:spMkLst>
            <pc:docMk/>
            <pc:sldMk cId="3558772752" sldId="327"/>
            <ac:spMk id="12" creationId="{6238A50D-88CD-E9EB-E077-E2FE2EE603E1}"/>
          </ac:spMkLst>
        </pc:spChg>
        <pc:grpChg chg="add mod">
          <ac:chgData name="Wahyu Diansyah" userId="003346e95a27af5f" providerId="LiveId" clId="{72C6D863-787B-4473-8847-D0FAB5BB4D26}" dt="2026-08-08T07:54:22.294" v="8149"/>
          <ac:grpSpMkLst>
            <pc:docMk/>
            <pc:sldMk cId="3558772752" sldId="327"/>
            <ac:grpSpMk id="10" creationId="{72A90E6E-717C-846A-4592-20C41C49A059}"/>
          </ac:grpSpMkLst>
        </pc:grpChg>
        <pc:picChg chg="mod modCrop">
          <ac:chgData name="Wahyu Diansyah" userId="003346e95a27af5f" providerId="LiveId" clId="{72C6D863-787B-4473-8847-D0FAB5BB4D26}" dt="2026-08-08T07:54:54.914" v="8158" actId="14100"/>
          <ac:picMkLst>
            <pc:docMk/>
            <pc:sldMk cId="3558772752" sldId="327"/>
            <ac:picMk id="4" creationId="{460605B1-3371-610B-E3B3-188DC452E67B}"/>
          </ac:picMkLst>
        </pc:picChg>
        <pc:picChg chg="del">
          <ac:chgData name="Wahyu Diansyah" userId="003346e95a27af5f" providerId="LiveId" clId="{72C6D863-787B-4473-8847-D0FAB5BB4D26}" dt="2026-08-08T07:54:41.818" v="8154" actId="478"/>
          <ac:picMkLst>
            <pc:docMk/>
            <pc:sldMk cId="3558772752" sldId="327"/>
            <ac:picMk id="5" creationId="{05CBCA71-2659-88E6-F343-1578158028CD}"/>
          </ac:picMkLst>
        </pc:picChg>
        <pc:picChg chg="del">
          <ac:chgData name="Wahyu Diansyah" userId="003346e95a27af5f" providerId="LiveId" clId="{72C6D863-787B-4473-8847-D0FAB5BB4D26}" dt="2026-08-08T07:54:45.093" v="8155" actId="478"/>
          <ac:picMkLst>
            <pc:docMk/>
            <pc:sldMk cId="3558772752" sldId="327"/>
            <ac:picMk id="7" creationId="{425266CA-283D-3356-06A2-A029F4B00675}"/>
          </ac:picMkLst>
        </pc:picChg>
      </pc:sldChg>
      <pc:sldChg chg="addSp delSp modSp mod setBg">
        <pc:chgData name="Wahyu Diansyah" userId="003346e95a27af5f" providerId="LiveId" clId="{72C6D863-787B-4473-8847-D0FAB5BB4D26}" dt="2026-08-08T08:01:18.971" v="8258" actId="14100"/>
        <pc:sldMkLst>
          <pc:docMk/>
          <pc:sldMk cId="1960011163" sldId="328"/>
        </pc:sldMkLst>
        <pc:spChg chg="mod">
          <ac:chgData name="Wahyu Diansyah" userId="003346e95a27af5f" providerId="LiveId" clId="{72C6D863-787B-4473-8847-D0FAB5BB4D26}" dt="2026-08-08T07:59:51.775" v="8230" actId="1076"/>
          <ac:spMkLst>
            <pc:docMk/>
            <pc:sldMk cId="1960011163" sldId="328"/>
            <ac:spMk id="4" creationId="{0376020B-709F-644F-3F42-CBF673029626}"/>
          </ac:spMkLst>
        </pc:spChg>
        <pc:spChg chg="mod">
          <ac:chgData name="Wahyu Diansyah" userId="003346e95a27af5f" providerId="LiveId" clId="{72C6D863-787B-4473-8847-D0FAB5BB4D26}" dt="2026-08-08T08:00:12.792" v="8241" actId="20577"/>
          <ac:spMkLst>
            <pc:docMk/>
            <pc:sldMk cId="1960011163" sldId="328"/>
            <ac:spMk id="6" creationId="{6644BD11-8138-C2C5-9704-BF99CA612F0F}"/>
          </ac:spMkLst>
        </pc:spChg>
        <pc:spChg chg="mod">
          <ac:chgData name="Wahyu Diansyah" userId="003346e95a27af5f" providerId="LiveId" clId="{72C6D863-787B-4473-8847-D0FAB5BB4D26}" dt="2026-08-08T07:59:01.608" v="8214"/>
          <ac:spMkLst>
            <pc:docMk/>
            <pc:sldMk cId="1960011163" sldId="328"/>
            <ac:spMk id="7" creationId="{D62D27B1-76B1-1000-A9DC-63347EE30B29}"/>
          </ac:spMkLst>
        </pc:spChg>
        <pc:spChg chg="del">
          <ac:chgData name="Wahyu Diansyah" userId="003346e95a27af5f" providerId="LiveId" clId="{72C6D863-787B-4473-8847-D0FAB5BB4D26}" dt="2026-08-08T07:56:22.133" v="8179" actId="478"/>
          <ac:spMkLst>
            <pc:docMk/>
            <pc:sldMk cId="1960011163" sldId="328"/>
            <ac:spMk id="8" creationId="{8FA298EF-BCFF-2A82-9871-6CA202C602D3}"/>
          </ac:spMkLst>
        </pc:spChg>
        <pc:spChg chg="del">
          <ac:chgData name="Wahyu Diansyah" userId="003346e95a27af5f" providerId="LiveId" clId="{72C6D863-787B-4473-8847-D0FAB5BB4D26}" dt="2026-08-08T07:56:22.133" v="8179" actId="478"/>
          <ac:spMkLst>
            <pc:docMk/>
            <pc:sldMk cId="1960011163" sldId="328"/>
            <ac:spMk id="9" creationId="{648E14A4-036D-B7A7-8AFE-9E5A63D4A0B1}"/>
          </ac:spMkLst>
        </pc:spChg>
        <pc:spChg chg="add mod">
          <ac:chgData name="Wahyu Diansyah" userId="003346e95a27af5f" providerId="LiveId" clId="{72C6D863-787B-4473-8847-D0FAB5BB4D26}" dt="2026-08-08T08:01:18.971" v="8258" actId="14100"/>
          <ac:spMkLst>
            <pc:docMk/>
            <pc:sldMk cId="1960011163" sldId="328"/>
            <ac:spMk id="13" creationId="{75CEBA8B-28C4-62CE-081C-79D355143A8F}"/>
          </ac:spMkLst>
        </pc:spChg>
        <pc:grpChg chg="add mod">
          <ac:chgData name="Wahyu Diansyah" userId="003346e95a27af5f" providerId="LiveId" clId="{72C6D863-787B-4473-8847-D0FAB5BB4D26}" dt="2026-08-08T07:59:01.608" v="8214"/>
          <ac:grpSpMkLst>
            <pc:docMk/>
            <pc:sldMk cId="1960011163" sldId="328"/>
            <ac:grpSpMk id="2" creationId="{248E65FC-1E1E-E7AB-AC67-8F92E9782C23}"/>
          </ac:grpSpMkLst>
        </pc:grpChg>
        <pc:picChg chg="mod modCrop">
          <ac:chgData name="Wahyu Diansyah" userId="003346e95a27af5f" providerId="LiveId" clId="{72C6D863-787B-4473-8847-D0FAB5BB4D26}" dt="2026-08-08T07:57:43.522" v="8205" actId="14100"/>
          <ac:picMkLst>
            <pc:docMk/>
            <pc:sldMk cId="1960011163" sldId="328"/>
            <ac:picMk id="3" creationId="{A60570A0-927C-1AB1-78E0-2D5511D2F6E1}"/>
          </ac:picMkLst>
        </pc:picChg>
        <pc:picChg chg="del">
          <ac:chgData name="Wahyu Diansyah" userId="003346e95a27af5f" providerId="LiveId" clId="{72C6D863-787B-4473-8847-D0FAB5BB4D26}" dt="2026-08-08T07:56:24.843" v="8180" actId="478"/>
          <ac:picMkLst>
            <pc:docMk/>
            <pc:sldMk cId="1960011163" sldId="328"/>
            <ac:picMk id="5" creationId="{D13A0D7D-7E9E-443A-AA4F-8D949E831F1E}"/>
          </ac:picMkLst>
        </pc:picChg>
        <pc:picChg chg="mod">
          <ac:chgData name="Wahyu Diansyah" userId="003346e95a27af5f" providerId="LiveId" clId="{72C6D863-787B-4473-8847-D0FAB5BB4D26}" dt="2026-08-08T08:00:03.460" v="8231" actId="1076"/>
          <ac:picMkLst>
            <pc:docMk/>
            <pc:sldMk cId="1960011163" sldId="328"/>
            <ac:picMk id="10" creationId="{8DC0FFC5-758E-4339-31F1-55464BCC6BC4}"/>
          </ac:picMkLst>
        </pc:picChg>
        <pc:picChg chg="del">
          <ac:chgData name="Wahyu Diansyah" userId="003346e95a27af5f" providerId="LiveId" clId="{72C6D863-787B-4473-8847-D0FAB5BB4D26}" dt="2026-08-08T07:56:27.262" v="8181" actId="478"/>
          <ac:picMkLst>
            <pc:docMk/>
            <pc:sldMk cId="1960011163" sldId="328"/>
            <ac:picMk id="12" creationId="{05DB7A78-3781-4A4B-F7CF-DCB8C3DA3F51}"/>
          </ac:picMkLst>
        </pc:picChg>
        <pc:picChg chg="del">
          <ac:chgData name="Wahyu Diansyah" userId="003346e95a27af5f" providerId="LiveId" clId="{72C6D863-787B-4473-8847-D0FAB5BB4D26}" dt="2026-08-08T07:56:27.262" v="8181" actId="478"/>
          <ac:picMkLst>
            <pc:docMk/>
            <pc:sldMk cId="1960011163" sldId="328"/>
            <ac:picMk id="14" creationId="{1465F5E1-D1E1-6498-BB6D-6F70F0BE91AD}"/>
          </ac:picMkLst>
        </pc:picChg>
      </pc:sldChg>
      <pc:sldChg chg="addSp delSp modSp mod setBg">
        <pc:chgData name="Wahyu Diansyah" userId="003346e95a27af5f" providerId="LiveId" clId="{72C6D863-787B-4473-8847-D0FAB5BB4D26}" dt="2026-08-08T08:03:00.254" v="8346"/>
        <pc:sldMkLst>
          <pc:docMk/>
          <pc:sldMk cId="1467826288" sldId="329"/>
        </pc:sldMkLst>
        <pc:spChg chg="mod">
          <ac:chgData name="Wahyu Diansyah" userId="003346e95a27af5f" providerId="LiveId" clId="{72C6D863-787B-4473-8847-D0FAB5BB4D26}" dt="2026-08-08T08:02:08.507" v="8276" actId="1076"/>
          <ac:spMkLst>
            <pc:docMk/>
            <pc:sldMk cId="1467826288" sldId="329"/>
            <ac:spMk id="3" creationId="{52D89BC0-5B09-218A-16F7-9B6F66C343B4}"/>
          </ac:spMkLst>
        </pc:spChg>
        <pc:spChg chg="add mod">
          <ac:chgData name="Wahyu Diansyah" userId="003346e95a27af5f" providerId="LiveId" clId="{72C6D863-787B-4473-8847-D0FAB5BB4D26}" dt="2026-08-08T08:01:29.659" v="8261" actId="14100"/>
          <ac:spMkLst>
            <pc:docMk/>
            <pc:sldMk cId="1467826288" sldId="329"/>
            <ac:spMk id="6" creationId="{C3F9856F-5C3E-3E14-AFE1-BA7D0636D9FB}"/>
          </ac:spMkLst>
        </pc:spChg>
        <pc:spChg chg="del">
          <ac:chgData name="Wahyu Diansyah" userId="003346e95a27af5f" providerId="LiveId" clId="{72C6D863-787B-4473-8847-D0FAB5BB4D26}" dt="2026-08-08T08:00:20.098" v="8243" actId="478"/>
          <ac:spMkLst>
            <pc:docMk/>
            <pc:sldMk cId="1467826288" sldId="329"/>
            <ac:spMk id="8" creationId="{7E07E7F0-08A9-E8A1-DEFA-F2B8E9099DD4}"/>
          </ac:spMkLst>
        </pc:spChg>
        <pc:spChg chg="del">
          <ac:chgData name="Wahyu Diansyah" userId="003346e95a27af5f" providerId="LiveId" clId="{72C6D863-787B-4473-8847-D0FAB5BB4D26}" dt="2026-08-08T08:00:20.098" v="8243" actId="478"/>
          <ac:spMkLst>
            <pc:docMk/>
            <pc:sldMk cId="1467826288" sldId="329"/>
            <ac:spMk id="9" creationId="{655C0BB8-2AEA-46CC-C101-1ABE7A5DD2EC}"/>
          </ac:spMkLst>
        </pc:spChg>
        <pc:spChg chg="mod">
          <ac:chgData name="Wahyu Diansyah" userId="003346e95a27af5f" providerId="LiveId" clId="{72C6D863-787B-4473-8847-D0FAB5BB4D26}" dt="2026-08-08T08:03:00.254" v="8346"/>
          <ac:spMkLst>
            <pc:docMk/>
            <pc:sldMk cId="1467826288" sldId="329"/>
            <ac:spMk id="10" creationId="{F268461D-36B4-2978-DBB9-C80D7F7D10CB}"/>
          </ac:spMkLst>
        </pc:spChg>
        <pc:spChg chg="del mod">
          <ac:chgData name="Wahyu Diansyah" userId="003346e95a27af5f" providerId="LiveId" clId="{72C6D863-787B-4473-8847-D0FAB5BB4D26}" dt="2026-08-08T08:00:51.457" v="8253" actId="478"/>
          <ac:spMkLst>
            <pc:docMk/>
            <pc:sldMk cId="1467826288" sldId="329"/>
            <ac:spMk id="11" creationId="{B98E8464-EF82-C1A8-5879-3780575CF65D}"/>
          </ac:spMkLst>
        </pc:spChg>
        <pc:spChg chg="mod">
          <ac:chgData name="Wahyu Diansyah" userId="003346e95a27af5f" providerId="LiveId" clId="{72C6D863-787B-4473-8847-D0FAB5BB4D26}" dt="2026-08-08T08:03:00.254" v="8346"/>
          <ac:spMkLst>
            <pc:docMk/>
            <pc:sldMk cId="1467826288" sldId="329"/>
            <ac:spMk id="12" creationId="{5E2B28DD-5DD3-E178-CA08-BA742485D94F}"/>
          </ac:spMkLst>
        </pc:spChg>
        <pc:grpChg chg="add mod">
          <ac:chgData name="Wahyu Diansyah" userId="003346e95a27af5f" providerId="LiveId" clId="{72C6D863-787B-4473-8847-D0FAB5BB4D26}" dt="2026-08-08T08:03:00.254" v="8346"/>
          <ac:grpSpMkLst>
            <pc:docMk/>
            <pc:sldMk cId="1467826288" sldId="329"/>
            <ac:grpSpMk id="7" creationId="{689BCAB3-005A-210A-77F5-DE844DA4B3A0}"/>
          </ac:grpSpMkLst>
        </pc:grpChg>
        <pc:picChg chg="mod modCrop">
          <ac:chgData name="Wahyu Diansyah" userId="003346e95a27af5f" providerId="LiveId" clId="{72C6D863-787B-4473-8847-D0FAB5BB4D26}" dt="2026-08-08T08:00:47.026" v="8251" actId="14100"/>
          <ac:picMkLst>
            <pc:docMk/>
            <pc:sldMk cId="1467826288" sldId="329"/>
            <ac:picMk id="4" creationId="{DFD5A66F-D0EE-ECC9-6841-99B8E954D027}"/>
          </ac:picMkLst>
        </pc:picChg>
        <pc:picChg chg="del">
          <ac:chgData name="Wahyu Diansyah" userId="003346e95a27af5f" providerId="LiveId" clId="{72C6D863-787B-4473-8847-D0FAB5BB4D26}" dt="2026-08-08T08:00:16.657" v="8242" actId="478"/>
          <ac:picMkLst>
            <pc:docMk/>
            <pc:sldMk cId="1467826288" sldId="329"/>
            <ac:picMk id="5" creationId="{89A0320D-8E87-43BD-965F-DB9DB90A638E}"/>
          </ac:picMkLst>
        </pc:picChg>
      </pc:sldChg>
      <pc:sldChg chg="del">
        <pc:chgData name="Wahyu Diansyah" userId="003346e95a27af5f" providerId="LiveId" clId="{72C6D863-787B-4473-8847-D0FAB5BB4D26}" dt="2026-08-08T08:05:23.172" v="8379" actId="47"/>
        <pc:sldMkLst>
          <pc:docMk/>
          <pc:sldMk cId="1604954023" sldId="334"/>
        </pc:sldMkLst>
      </pc:sldChg>
      <pc:sldChg chg="addSp delSp modSp add mod">
        <pc:chgData name="Wahyu Diansyah" userId="003346e95a27af5f" providerId="LiveId" clId="{72C6D863-787B-4473-8847-D0FAB5BB4D26}" dt="2026-08-08T07:25:50.265" v="7774" actId="20577"/>
        <pc:sldMkLst>
          <pc:docMk/>
          <pc:sldMk cId="0" sldId="335"/>
        </pc:sldMkLst>
        <pc:spChg chg="mod">
          <ac:chgData name="Wahyu Diansyah" userId="003346e95a27af5f" providerId="LiveId" clId="{72C6D863-787B-4473-8847-D0FAB5BB4D26}" dt="2026-08-08T07:25:50.265" v="7774" actId="20577"/>
          <ac:spMkLst>
            <pc:docMk/>
            <pc:sldMk cId="0" sldId="335"/>
            <ac:spMk id="7" creationId="{E225936E-6999-0911-FBFB-44E3F3949A81}"/>
          </ac:spMkLst>
        </pc:spChg>
        <pc:spChg chg="mod topLvl">
          <ac:chgData name="Wahyu Diansyah" userId="003346e95a27af5f" providerId="LiveId" clId="{72C6D863-787B-4473-8847-D0FAB5BB4D26}" dt="2026-08-08T07:25:29.455" v="7754" actId="165"/>
          <ac:spMkLst>
            <pc:docMk/>
            <pc:sldMk cId="0" sldId="335"/>
            <ac:spMk id="9" creationId="{5F0A0E9B-70ED-5E40-27AC-52758B729EE9}"/>
          </ac:spMkLst>
        </pc:spChg>
        <pc:grpChg chg="add del">
          <ac:chgData name="Wahyu Diansyah" userId="003346e95a27af5f" providerId="LiveId" clId="{72C6D863-787B-4473-8847-D0FAB5BB4D26}" dt="2026-08-08T07:25:29.455" v="7754" actId="165"/>
          <ac:grpSpMkLst>
            <pc:docMk/>
            <pc:sldMk cId="0" sldId="335"/>
            <ac:grpSpMk id="10" creationId="{2BCF05AE-02F6-ABC2-0718-8EB18BADC78C}"/>
          </ac:grpSpMkLst>
        </pc:grpChg>
        <pc:picChg chg="add del">
          <ac:chgData name="Wahyu Diansyah" userId="003346e95a27af5f" providerId="LiveId" clId="{72C6D863-787B-4473-8847-D0FAB5BB4D26}" dt="2026-08-08T07:25:22.112" v="7752" actId="22"/>
          <ac:picMkLst>
            <pc:docMk/>
            <pc:sldMk cId="0" sldId="335"/>
            <ac:picMk id="3" creationId="{63C68744-E86F-3102-9288-7A8F50B75FD0}"/>
          </ac:picMkLst>
        </pc:picChg>
        <pc:picChg chg="add mod">
          <ac:chgData name="Wahyu Diansyah" userId="003346e95a27af5f" providerId="LiveId" clId="{72C6D863-787B-4473-8847-D0FAB5BB4D26}" dt="2026-08-08T07:25:44.342" v="7759" actId="1076"/>
          <ac:picMkLst>
            <pc:docMk/>
            <pc:sldMk cId="0" sldId="335"/>
            <ac:picMk id="6" creationId="{C3B7CC63-1E12-CDC1-FE96-EB559C745758}"/>
          </ac:picMkLst>
        </pc:picChg>
        <pc:picChg chg="del mod topLvl">
          <ac:chgData name="Wahyu Diansyah" userId="003346e95a27af5f" providerId="LiveId" clId="{72C6D863-787B-4473-8847-D0FAB5BB4D26}" dt="2026-08-08T07:25:32.611" v="7756" actId="478"/>
          <ac:picMkLst>
            <pc:docMk/>
            <pc:sldMk cId="0" sldId="335"/>
            <ac:picMk id="8" creationId="{31C0F7B5-5C6B-C56A-3501-34FFF66A39C8}"/>
          </ac:picMkLst>
        </pc:picChg>
      </pc:sldChg>
      <pc:sldChg chg="addSp delSp modSp add mod ord">
        <pc:chgData name="Wahyu Diansyah" userId="003346e95a27af5f" providerId="LiveId" clId="{72C6D863-787B-4473-8847-D0FAB5BB4D26}" dt="2026-08-08T07:53:51.791" v="8146" actId="20577"/>
        <pc:sldMkLst>
          <pc:docMk/>
          <pc:sldMk cId="4177972889" sldId="336"/>
        </pc:sldMkLst>
        <pc:spChg chg="add del mod">
          <ac:chgData name="Wahyu Diansyah" userId="003346e95a27af5f" providerId="LiveId" clId="{72C6D863-787B-4473-8847-D0FAB5BB4D26}" dt="2026-08-08T07:53:26.443" v="8097"/>
          <ac:spMkLst>
            <pc:docMk/>
            <pc:sldMk cId="4177972889" sldId="336"/>
            <ac:spMk id="2" creationId="{5A1998CB-0D0C-68C6-2A10-A0923CE07A91}"/>
          </ac:spMkLst>
        </pc:spChg>
        <pc:spChg chg="add del mod">
          <ac:chgData name="Wahyu Diansyah" userId="003346e95a27af5f" providerId="LiveId" clId="{72C6D863-787B-4473-8847-D0FAB5BB4D26}" dt="2026-08-08T07:53:27.495" v="8100"/>
          <ac:spMkLst>
            <pc:docMk/>
            <pc:sldMk cId="4177972889" sldId="336"/>
            <ac:spMk id="3" creationId="{BEF99FEE-7417-5AA6-A794-4D5BFEB8C87A}"/>
          </ac:spMkLst>
        </pc:spChg>
        <pc:spChg chg="add del mod">
          <ac:chgData name="Wahyu Diansyah" userId="003346e95a27af5f" providerId="LiveId" clId="{72C6D863-787B-4473-8847-D0FAB5BB4D26}" dt="2026-08-08T07:53:33.988" v="8103"/>
          <ac:spMkLst>
            <pc:docMk/>
            <pc:sldMk cId="4177972889" sldId="336"/>
            <ac:spMk id="5" creationId="{D72C9E1E-EFC6-0840-0B73-2790975914C1}"/>
          </ac:spMkLst>
        </pc:spChg>
        <pc:spChg chg="mod">
          <ac:chgData name="Wahyu Diansyah" userId="003346e95a27af5f" providerId="LiveId" clId="{72C6D863-787B-4473-8847-D0FAB5BB4D26}" dt="2026-08-08T07:53:51.791" v="8146" actId="20577"/>
          <ac:spMkLst>
            <pc:docMk/>
            <pc:sldMk cId="4177972889" sldId="336"/>
            <ac:spMk id="7" creationId="{B089F773-1F48-F551-B200-5B59896AC888}"/>
          </ac:spMkLst>
        </pc:spChg>
      </pc:sldChg>
      <pc:sldChg chg="modSp add mod ord">
        <pc:chgData name="Wahyu Diansyah" userId="003346e95a27af5f" providerId="LiveId" clId="{72C6D863-787B-4473-8847-D0FAB5BB4D26}" dt="2026-08-08T08:02:47.303" v="8344" actId="20577"/>
        <pc:sldMkLst>
          <pc:docMk/>
          <pc:sldMk cId="1830495305" sldId="337"/>
        </pc:sldMkLst>
        <pc:spChg chg="mod">
          <ac:chgData name="Wahyu Diansyah" userId="003346e95a27af5f" providerId="LiveId" clId="{72C6D863-787B-4473-8847-D0FAB5BB4D26}" dt="2026-08-08T08:02:47.303" v="8344" actId="20577"/>
          <ac:spMkLst>
            <pc:docMk/>
            <pc:sldMk cId="1830495305" sldId="337"/>
            <ac:spMk id="7" creationId="{3EAC8534-4915-A3AF-B379-E2B8763A2006}"/>
          </ac:spMkLst>
        </pc:spChg>
      </pc:sldChg>
      <pc:sldChg chg="add">
        <pc:chgData name="Wahyu Diansyah" userId="003346e95a27af5f" providerId="LiveId" clId="{72C6D863-787B-4473-8847-D0FAB5BB4D26}" dt="2026-08-08T08:05:40.135" v="8380"/>
        <pc:sldMkLst>
          <pc:docMk/>
          <pc:sldMk cId="1588468178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BAD5236-4F7C-31F6-26AC-A321C226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D984AB3-74D0-B6FD-FA31-ABCA10A04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D95C802-7D7F-636C-A41B-99D4548A6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5932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7452334-0416-1AEF-459D-A82C0CAF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7639B27-12C5-75E7-D2A9-792F6808F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7522C66-6491-1C78-088F-931B9E151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052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3266516-E42B-0528-B65D-52C5BF4C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7D34901-AB60-1A65-701C-9ACA20FEB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7591FFD-5D30-3D05-CA7F-F2A4EBA4D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27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8333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40362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30746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3172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50033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023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98003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6905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37206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32252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63380"/>
      </p:ext>
    </p:extLst>
  </p:cSld>
  <p:clrMapOvr>
    <a:masterClrMapping/>
  </p:clrMapOvr>
  <p:transition spd="slow">
    <p:push dir="u"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39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ransition spd="slow">
    <p:push dir="u"/>
  </p:transition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12667298" y="3583305"/>
            <a:ext cx="88583" cy="91440"/>
          </a:xfrm>
          <a:custGeom>
            <a:avLst/>
            <a:gdLst/>
            <a:ahLst/>
            <a:cxnLst/>
            <a:rect l="l" t="t" r="r" b="b"/>
            <a:pathLst>
              <a:path w="78740" h="81280" extrusionOk="0">
                <a:moveTo>
                  <a:pt x="78740" y="41910"/>
                </a:moveTo>
                <a:cubicBezTo>
                  <a:pt x="53340" y="80010"/>
                  <a:pt x="35560" y="81280"/>
                  <a:pt x="25400" y="77470"/>
                </a:cubicBezTo>
                <a:cubicBezTo>
                  <a:pt x="16510" y="73660"/>
                  <a:pt x="5080" y="60960"/>
                  <a:pt x="2540" y="50800"/>
                </a:cubicBezTo>
                <a:cubicBezTo>
                  <a:pt x="0" y="40640"/>
                  <a:pt x="5080" y="24130"/>
                  <a:pt x="12700" y="16510"/>
                </a:cubicBezTo>
                <a:cubicBezTo>
                  <a:pt x="19050" y="8890"/>
                  <a:pt x="35560" y="2540"/>
                  <a:pt x="45720" y="5080"/>
                </a:cubicBezTo>
                <a:cubicBezTo>
                  <a:pt x="57150" y="6350"/>
                  <a:pt x="69850" y="16510"/>
                  <a:pt x="74930" y="26670"/>
                </a:cubicBezTo>
                <a:cubicBezTo>
                  <a:pt x="78740" y="35560"/>
                  <a:pt x="78740" y="53340"/>
                  <a:pt x="72390" y="62230"/>
                </a:cubicBezTo>
                <a:cubicBezTo>
                  <a:pt x="67310" y="71120"/>
                  <a:pt x="52070" y="78740"/>
                  <a:pt x="41910" y="80010"/>
                </a:cubicBezTo>
                <a:cubicBezTo>
                  <a:pt x="34290" y="81280"/>
                  <a:pt x="25400" y="78740"/>
                  <a:pt x="19050" y="73660"/>
                </a:cubicBezTo>
                <a:cubicBezTo>
                  <a:pt x="11430" y="67310"/>
                  <a:pt x="2540" y="53340"/>
                  <a:pt x="1270" y="41910"/>
                </a:cubicBezTo>
                <a:cubicBezTo>
                  <a:pt x="1270" y="31750"/>
                  <a:pt x="7620" y="16510"/>
                  <a:pt x="15240" y="8890"/>
                </a:cubicBezTo>
                <a:cubicBezTo>
                  <a:pt x="21590" y="3810"/>
                  <a:pt x="33020" y="0"/>
                  <a:pt x="40640" y="0"/>
                </a:cubicBezTo>
                <a:cubicBezTo>
                  <a:pt x="49530" y="0"/>
                  <a:pt x="59690" y="5080"/>
                  <a:pt x="66040" y="10160"/>
                </a:cubicBezTo>
                <a:cubicBezTo>
                  <a:pt x="72390" y="16510"/>
                  <a:pt x="78740" y="35560"/>
                  <a:pt x="78740" y="35560"/>
                </a:cubicBezTo>
              </a:path>
            </a:pathLst>
          </a:custGeom>
          <a:solidFill>
            <a:srgbClr val="E71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E225936E-6999-0911-FBFB-44E3F3949A81}"/>
              </a:ext>
            </a:extLst>
          </p:cNvPr>
          <p:cNvSpPr txBox="1"/>
          <p:nvPr/>
        </p:nvSpPr>
        <p:spPr>
          <a:xfrm>
            <a:off x="1475224" y="3803223"/>
            <a:ext cx="1523455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dirty="0">
                <a:solidFill>
                  <a:srgbClr val="00B0F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Administrasi BPJS Ketenagakerjaan:</a:t>
            </a:r>
          </a:p>
          <a:p>
            <a:pPr algn="ctr"/>
            <a:r>
              <a:rPr lang="id-ID" sz="3600" dirty="0">
                <a:solidFill>
                  <a:schemeClr val="tx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Pendaftaran Peserta</a:t>
            </a:r>
            <a:endParaRPr lang="id-ID" sz="4000" dirty="0">
              <a:solidFill>
                <a:schemeClr val="tx2">
                  <a:lumMod val="9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862E1-0FA0-405F-AC86-7BA5462F8B37}"/>
              </a:ext>
            </a:extLst>
          </p:cNvPr>
          <p:cNvSpPr txBox="1"/>
          <p:nvPr/>
        </p:nvSpPr>
        <p:spPr>
          <a:xfrm>
            <a:off x="16361229" y="26615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d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0A0E9B-70ED-5E40-27AC-52758B729EE9}"/>
              </a:ext>
            </a:extLst>
          </p:cNvPr>
          <p:cNvSpPr/>
          <p:nvPr/>
        </p:nvSpPr>
        <p:spPr>
          <a:xfrm>
            <a:off x="6227304" y="5443564"/>
            <a:ext cx="5899801" cy="12595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B1427CAF-0D04-1826-F5E8-E592979F1184}"/>
              </a:ext>
            </a:extLst>
          </p:cNvPr>
          <p:cNvSpPr/>
          <p:nvPr/>
        </p:nvSpPr>
        <p:spPr>
          <a:xfrm rot="20938781">
            <a:off x="159281" y="8990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EEE1508F-3561-C682-73B9-6862FFC3524C}"/>
              </a:ext>
            </a:extLst>
          </p:cNvPr>
          <p:cNvSpPr/>
          <p:nvPr/>
        </p:nvSpPr>
        <p:spPr>
          <a:xfrm rot="20938781">
            <a:off x="122690" y="5376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90FEED15-1763-C2D4-1C54-FE116C9497F9}"/>
              </a:ext>
            </a:extLst>
          </p:cNvPr>
          <p:cNvSpPr/>
          <p:nvPr/>
        </p:nvSpPr>
        <p:spPr>
          <a:xfrm rot="20938781">
            <a:off x="415744" y="101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BD20DB3D-2FE8-8801-30D5-31D9B851A5C3}"/>
              </a:ext>
            </a:extLst>
          </p:cNvPr>
          <p:cNvSpPr/>
          <p:nvPr/>
        </p:nvSpPr>
        <p:spPr>
          <a:xfrm rot="20938781">
            <a:off x="415743" y="10637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86815B64-BA55-1EC5-FBED-92A3147D6CAC}"/>
              </a:ext>
            </a:extLst>
          </p:cNvPr>
          <p:cNvSpPr/>
          <p:nvPr/>
        </p:nvSpPr>
        <p:spPr>
          <a:xfrm rot="20938781">
            <a:off x="708797" y="5925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F458F957-EC90-B89B-9CBE-0646303871D8}"/>
              </a:ext>
            </a:extLst>
          </p:cNvPr>
          <p:cNvSpPr/>
          <p:nvPr/>
        </p:nvSpPr>
        <p:spPr>
          <a:xfrm rot="20938781">
            <a:off x="1001851" y="1561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F131BFCA-656C-F206-B752-5105913F9A33}"/>
              </a:ext>
            </a:extLst>
          </p:cNvPr>
          <p:cNvSpPr/>
          <p:nvPr/>
        </p:nvSpPr>
        <p:spPr>
          <a:xfrm rot="20780835">
            <a:off x="415744" y="30380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CCF9BDC8-98F8-C163-9DBE-40BDB268B64D}"/>
              </a:ext>
            </a:extLst>
          </p:cNvPr>
          <p:cNvSpPr/>
          <p:nvPr/>
        </p:nvSpPr>
        <p:spPr>
          <a:xfrm rot="20780835">
            <a:off x="708798" y="25667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F1178084-5124-5E16-8E5A-235D1E963044}"/>
              </a:ext>
            </a:extLst>
          </p:cNvPr>
          <p:cNvSpPr/>
          <p:nvPr/>
        </p:nvSpPr>
        <p:spPr>
          <a:xfrm rot="20780835">
            <a:off x="1001852" y="2130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E3CA3E88-C651-1497-BE30-0A10F6F3E02F}"/>
              </a:ext>
            </a:extLst>
          </p:cNvPr>
          <p:cNvSpPr/>
          <p:nvPr/>
        </p:nvSpPr>
        <p:spPr>
          <a:xfrm rot="20780835">
            <a:off x="415745" y="5012279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B41E7627-8F5E-9702-0327-5DF3DE7414F9}"/>
              </a:ext>
            </a:extLst>
          </p:cNvPr>
          <p:cNvSpPr/>
          <p:nvPr/>
        </p:nvSpPr>
        <p:spPr>
          <a:xfrm rot="20780835">
            <a:off x="708799" y="45410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D1846AB-5668-F056-E631-6D98B9CB31B1}"/>
              </a:ext>
            </a:extLst>
          </p:cNvPr>
          <p:cNvSpPr/>
          <p:nvPr/>
        </p:nvSpPr>
        <p:spPr>
          <a:xfrm rot="20780835">
            <a:off x="1001853" y="41046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0F294310-D943-4516-592C-9C00C8B6C7FA}"/>
              </a:ext>
            </a:extLst>
          </p:cNvPr>
          <p:cNvSpPr/>
          <p:nvPr/>
        </p:nvSpPr>
        <p:spPr>
          <a:xfrm rot="20780835">
            <a:off x="415746" y="69865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12F87603-F5E1-DE36-7AA9-D5ABB588F026}"/>
              </a:ext>
            </a:extLst>
          </p:cNvPr>
          <p:cNvSpPr/>
          <p:nvPr/>
        </p:nvSpPr>
        <p:spPr>
          <a:xfrm rot="20780835">
            <a:off x="708800" y="65152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1EE4632B-10C4-B5A7-6E67-DFDA497A92A3}"/>
              </a:ext>
            </a:extLst>
          </p:cNvPr>
          <p:cNvSpPr/>
          <p:nvPr/>
        </p:nvSpPr>
        <p:spPr>
          <a:xfrm rot="20780835">
            <a:off x="1009275" y="608535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0546478D-32E5-2145-EA3F-5271D74FA562}"/>
              </a:ext>
            </a:extLst>
          </p:cNvPr>
          <p:cNvSpPr/>
          <p:nvPr/>
        </p:nvSpPr>
        <p:spPr>
          <a:xfrm rot="20780835">
            <a:off x="3975374" y="3034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A9351ADC-A8BF-5DC4-EA2A-98A70B5643F8}"/>
              </a:ext>
            </a:extLst>
          </p:cNvPr>
          <p:cNvSpPr/>
          <p:nvPr/>
        </p:nvSpPr>
        <p:spPr>
          <a:xfrm rot="20780835">
            <a:off x="4268428" y="2563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9E951587-319D-967F-C93B-99BA93F0F866}"/>
              </a:ext>
            </a:extLst>
          </p:cNvPr>
          <p:cNvSpPr/>
          <p:nvPr/>
        </p:nvSpPr>
        <p:spPr>
          <a:xfrm rot="20780835">
            <a:off x="4561482" y="21270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828DC777-2D33-74DD-0FC3-B135EFAFE261}"/>
              </a:ext>
            </a:extLst>
          </p:cNvPr>
          <p:cNvSpPr/>
          <p:nvPr/>
        </p:nvSpPr>
        <p:spPr>
          <a:xfrm rot="20780835">
            <a:off x="2407831" y="15034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08C30DDC-B034-FF90-157A-BAEA103ED503}"/>
              </a:ext>
            </a:extLst>
          </p:cNvPr>
          <p:cNvSpPr/>
          <p:nvPr/>
        </p:nvSpPr>
        <p:spPr>
          <a:xfrm rot="20780835">
            <a:off x="2700885" y="10322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C74CC037-42A6-4778-5AA1-F97D23B9E62F}"/>
              </a:ext>
            </a:extLst>
          </p:cNvPr>
          <p:cNvSpPr/>
          <p:nvPr/>
        </p:nvSpPr>
        <p:spPr>
          <a:xfrm rot="20780835">
            <a:off x="2993939" y="59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0A66D542-DC3E-0F46-E5AC-066B671A16A8}"/>
              </a:ext>
            </a:extLst>
          </p:cNvPr>
          <p:cNvSpPr/>
          <p:nvPr/>
        </p:nvSpPr>
        <p:spPr>
          <a:xfrm rot="20780835">
            <a:off x="2497364" y="37343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64E533B7-C8BE-954E-007B-EE7C5098A5D9}"/>
              </a:ext>
            </a:extLst>
          </p:cNvPr>
          <p:cNvSpPr/>
          <p:nvPr/>
        </p:nvSpPr>
        <p:spPr>
          <a:xfrm rot="20780835">
            <a:off x="2790418" y="32630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2E1185BC-975D-8FC8-85F8-CFDE1C00380F}"/>
              </a:ext>
            </a:extLst>
          </p:cNvPr>
          <p:cNvSpPr/>
          <p:nvPr/>
        </p:nvSpPr>
        <p:spPr>
          <a:xfrm rot="20780835">
            <a:off x="3083472" y="28266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D5C4553E-FFDC-A36B-2CBF-90286EFF2704}"/>
              </a:ext>
            </a:extLst>
          </p:cNvPr>
          <p:cNvSpPr/>
          <p:nvPr/>
        </p:nvSpPr>
        <p:spPr>
          <a:xfrm rot="20780835">
            <a:off x="15355840" y="61186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744E9F71-B2E1-E07E-9D5D-E3494C777686}"/>
              </a:ext>
            </a:extLst>
          </p:cNvPr>
          <p:cNvSpPr/>
          <p:nvPr/>
        </p:nvSpPr>
        <p:spPr>
          <a:xfrm rot="20780835">
            <a:off x="15648894" y="56474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02EDD6F1-AFFC-2A97-110C-2D1F34776EE7}"/>
              </a:ext>
            </a:extLst>
          </p:cNvPr>
          <p:cNvSpPr/>
          <p:nvPr/>
        </p:nvSpPr>
        <p:spPr>
          <a:xfrm rot="20780835">
            <a:off x="15941948" y="52110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AE920555-3B8B-20B3-3363-88C4A7EF3AF2}"/>
              </a:ext>
            </a:extLst>
          </p:cNvPr>
          <p:cNvSpPr/>
          <p:nvPr/>
        </p:nvSpPr>
        <p:spPr>
          <a:xfrm rot="20780835">
            <a:off x="13566984" y="1583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F8949B37-5D98-2CF7-10F5-2FEA03C36914}"/>
              </a:ext>
            </a:extLst>
          </p:cNvPr>
          <p:cNvSpPr/>
          <p:nvPr/>
        </p:nvSpPr>
        <p:spPr>
          <a:xfrm rot="20780835">
            <a:off x="13860038" y="11123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B062FE91-8E12-B189-7A7F-7C3CD3647677}"/>
              </a:ext>
            </a:extLst>
          </p:cNvPr>
          <p:cNvSpPr/>
          <p:nvPr/>
        </p:nvSpPr>
        <p:spPr>
          <a:xfrm rot="20780835">
            <a:off x="14153092" y="67596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DB450D8F-7E0E-F98C-7539-B39B1C658186}"/>
              </a:ext>
            </a:extLst>
          </p:cNvPr>
          <p:cNvSpPr/>
          <p:nvPr/>
        </p:nvSpPr>
        <p:spPr>
          <a:xfrm rot="20780835">
            <a:off x="9229052" y="19398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FEDFCE6F-B561-3D84-9B6A-4E74374824D1}"/>
              </a:ext>
            </a:extLst>
          </p:cNvPr>
          <p:cNvSpPr/>
          <p:nvPr/>
        </p:nvSpPr>
        <p:spPr>
          <a:xfrm rot="20780835">
            <a:off x="9522106" y="146858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E05647E4-002E-D819-1B3A-44B7367F28E6}"/>
              </a:ext>
            </a:extLst>
          </p:cNvPr>
          <p:cNvSpPr/>
          <p:nvPr/>
        </p:nvSpPr>
        <p:spPr>
          <a:xfrm rot="20780835">
            <a:off x="9815160" y="1032203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D64ADDBB-1F39-C29F-13B6-A4AB4AFF9603}"/>
              </a:ext>
            </a:extLst>
          </p:cNvPr>
          <p:cNvSpPr/>
          <p:nvPr/>
        </p:nvSpPr>
        <p:spPr>
          <a:xfrm rot="20780835">
            <a:off x="5381353" y="2084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6C988663-218A-D306-3852-4759A351136A}"/>
              </a:ext>
            </a:extLst>
          </p:cNvPr>
          <p:cNvSpPr/>
          <p:nvPr/>
        </p:nvSpPr>
        <p:spPr>
          <a:xfrm rot="20780835">
            <a:off x="5674407" y="16132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F7A8B3A2-7CE4-DF42-77FC-1C839CB1C8E4}"/>
              </a:ext>
            </a:extLst>
          </p:cNvPr>
          <p:cNvSpPr/>
          <p:nvPr/>
        </p:nvSpPr>
        <p:spPr>
          <a:xfrm rot="20780835">
            <a:off x="5967461" y="117688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B86DA825-C24D-CF1C-52E8-E1606C387CC0}"/>
              </a:ext>
            </a:extLst>
          </p:cNvPr>
          <p:cNvSpPr/>
          <p:nvPr/>
        </p:nvSpPr>
        <p:spPr>
          <a:xfrm rot="20780835">
            <a:off x="1533654" y="22291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DCD84E1E-2828-9C25-40E8-2083D2C3E6A8}"/>
              </a:ext>
            </a:extLst>
          </p:cNvPr>
          <p:cNvSpPr/>
          <p:nvPr/>
        </p:nvSpPr>
        <p:spPr>
          <a:xfrm rot="20780835">
            <a:off x="1826708" y="1757944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635734FE-A2A1-6B60-29C8-B83DA921E82A}"/>
              </a:ext>
            </a:extLst>
          </p:cNvPr>
          <p:cNvSpPr/>
          <p:nvPr/>
        </p:nvSpPr>
        <p:spPr>
          <a:xfrm rot="20780835">
            <a:off x="2119762" y="13215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1FB6AE6B-8092-7224-43B4-0A1EB7DD70CE}"/>
              </a:ext>
            </a:extLst>
          </p:cNvPr>
          <p:cNvSpPr/>
          <p:nvPr/>
        </p:nvSpPr>
        <p:spPr>
          <a:xfrm rot="20780835">
            <a:off x="4235801" y="13275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A572A38C-1A8C-F74E-FD70-219DFEA4EF1A}"/>
              </a:ext>
            </a:extLst>
          </p:cNvPr>
          <p:cNvSpPr/>
          <p:nvPr/>
        </p:nvSpPr>
        <p:spPr>
          <a:xfrm rot="20780835">
            <a:off x="4528855" y="8562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FC7C1D9A-100B-BB3E-9797-8886C09811C0}"/>
              </a:ext>
            </a:extLst>
          </p:cNvPr>
          <p:cNvSpPr/>
          <p:nvPr/>
        </p:nvSpPr>
        <p:spPr>
          <a:xfrm rot="20780835">
            <a:off x="4821909" y="4199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8E515EE7-5CFD-66EA-738C-EB1BFF9F7EC0}"/>
              </a:ext>
            </a:extLst>
          </p:cNvPr>
          <p:cNvSpPr/>
          <p:nvPr/>
        </p:nvSpPr>
        <p:spPr>
          <a:xfrm rot="20780835">
            <a:off x="6665278" y="11768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F3DA7A5C-7FAF-708F-DA84-DA6FF538E314}"/>
              </a:ext>
            </a:extLst>
          </p:cNvPr>
          <p:cNvSpPr/>
          <p:nvPr/>
        </p:nvSpPr>
        <p:spPr>
          <a:xfrm rot="20780835">
            <a:off x="6958332" y="7056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2E71E91C-BB0C-E9D1-3DB3-A6AB81359AFC}"/>
              </a:ext>
            </a:extLst>
          </p:cNvPr>
          <p:cNvSpPr/>
          <p:nvPr/>
        </p:nvSpPr>
        <p:spPr>
          <a:xfrm rot="20780835">
            <a:off x="7271329" y="271877"/>
            <a:ext cx="123054" cy="24373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highlight>
                <a:srgbClr val="FF0000"/>
              </a:highlight>
            </a:endParaRPr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B13FAF6B-F103-21BD-20A3-6D0F88BD2A65}"/>
              </a:ext>
            </a:extLst>
          </p:cNvPr>
          <p:cNvSpPr/>
          <p:nvPr/>
        </p:nvSpPr>
        <p:spPr>
          <a:xfrm rot="20780835">
            <a:off x="9094755" y="10262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592F0BBB-8066-C95E-0125-2C33C77B0EBA}"/>
              </a:ext>
            </a:extLst>
          </p:cNvPr>
          <p:cNvSpPr/>
          <p:nvPr/>
        </p:nvSpPr>
        <p:spPr>
          <a:xfrm rot="20780835">
            <a:off x="9387809" y="55497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C8CF0583-62AE-5226-60FF-31B715000D35}"/>
              </a:ext>
            </a:extLst>
          </p:cNvPr>
          <p:cNvSpPr/>
          <p:nvPr/>
        </p:nvSpPr>
        <p:spPr>
          <a:xfrm rot="20780835">
            <a:off x="9680863" y="118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753EE937-C495-CD02-C5BD-633580D93AA0}"/>
              </a:ext>
            </a:extLst>
          </p:cNvPr>
          <p:cNvSpPr/>
          <p:nvPr/>
        </p:nvSpPr>
        <p:spPr>
          <a:xfrm rot="20780835">
            <a:off x="11524232" y="8755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C43FB900-7C69-C5A2-6E8E-1CBD64943C69}"/>
              </a:ext>
            </a:extLst>
          </p:cNvPr>
          <p:cNvSpPr/>
          <p:nvPr/>
        </p:nvSpPr>
        <p:spPr>
          <a:xfrm rot="20780835">
            <a:off x="11817286" y="4043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87C734D8-A5AB-D88B-1F78-2903F39AAEFC}"/>
              </a:ext>
            </a:extLst>
          </p:cNvPr>
          <p:cNvSpPr/>
          <p:nvPr/>
        </p:nvSpPr>
        <p:spPr>
          <a:xfrm rot="20780835">
            <a:off x="12110340" y="-320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27FDBDDB-8A19-6D7A-D332-F15F5E5E7174}"/>
              </a:ext>
            </a:extLst>
          </p:cNvPr>
          <p:cNvSpPr/>
          <p:nvPr/>
        </p:nvSpPr>
        <p:spPr>
          <a:xfrm rot="20780835">
            <a:off x="13953709" y="7249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4B605E50-4F30-060F-125E-C57024F88F78}"/>
              </a:ext>
            </a:extLst>
          </p:cNvPr>
          <p:cNvSpPr/>
          <p:nvPr/>
        </p:nvSpPr>
        <p:spPr>
          <a:xfrm rot="20780835">
            <a:off x="14246763" y="25365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F6A2C9E3-07E8-525A-31DA-843110C3F1C1}"/>
              </a:ext>
            </a:extLst>
          </p:cNvPr>
          <p:cNvSpPr/>
          <p:nvPr/>
        </p:nvSpPr>
        <p:spPr>
          <a:xfrm rot="20780835">
            <a:off x="16383186" y="5742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14DCD090-9528-CAEF-E623-B0A6B1D32F77}"/>
              </a:ext>
            </a:extLst>
          </p:cNvPr>
          <p:cNvSpPr/>
          <p:nvPr/>
        </p:nvSpPr>
        <p:spPr>
          <a:xfrm rot="20780835">
            <a:off x="16676240" y="102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E2C58251-D611-5B80-CABA-3A19530B71EC}"/>
              </a:ext>
            </a:extLst>
          </p:cNvPr>
          <p:cNvSpPr/>
          <p:nvPr/>
        </p:nvSpPr>
        <p:spPr>
          <a:xfrm rot="20780835">
            <a:off x="16423811" y="17785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40CBD0E4-C0AE-8878-736F-DD448733F945}"/>
              </a:ext>
            </a:extLst>
          </p:cNvPr>
          <p:cNvSpPr/>
          <p:nvPr/>
        </p:nvSpPr>
        <p:spPr>
          <a:xfrm rot="20780835">
            <a:off x="16716865" y="13073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FA09FB59-BB04-26BF-4E65-3E9DE181057F}"/>
              </a:ext>
            </a:extLst>
          </p:cNvPr>
          <p:cNvSpPr/>
          <p:nvPr/>
        </p:nvSpPr>
        <p:spPr>
          <a:xfrm rot="20780835">
            <a:off x="17009919" y="8709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8D113D4F-0AFC-42F3-52B4-2EC782543578}"/>
              </a:ext>
            </a:extLst>
          </p:cNvPr>
          <p:cNvSpPr/>
          <p:nvPr/>
        </p:nvSpPr>
        <p:spPr>
          <a:xfrm rot="20780835">
            <a:off x="4705710" y="70586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268356C9-87C1-3954-5527-5971C179D9E8}"/>
              </a:ext>
            </a:extLst>
          </p:cNvPr>
          <p:cNvSpPr/>
          <p:nvPr/>
        </p:nvSpPr>
        <p:spPr>
          <a:xfrm rot="20780835">
            <a:off x="5024311" y="6576783"/>
            <a:ext cx="227792" cy="3037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B0F8DD08-3E5C-B35B-C25E-DB1AE254F095}"/>
              </a:ext>
            </a:extLst>
          </p:cNvPr>
          <p:cNvSpPr/>
          <p:nvPr/>
        </p:nvSpPr>
        <p:spPr>
          <a:xfrm rot="20780835">
            <a:off x="5291818" y="61509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7C5ADC0A-3F5B-5BCB-7E57-F88F6E479380}"/>
              </a:ext>
            </a:extLst>
          </p:cNvPr>
          <p:cNvSpPr/>
          <p:nvPr/>
        </p:nvSpPr>
        <p:spPr>
          <a:xfrm rot="20780835">
            <a:off x="3138167" y="55273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83DB6182-3ABF-8744-CAE3-6FF6DA90C6B1}"/>
              </a:ext>
            </a:extLst>
          </p:cNvPr>
          <p:cNvSpPr/>
          <p:nvPr/>
        </p:nvSpPr>
        <p:spPr>
          <a:xfrm rot="20780835">
            <a:off x="3431221" y="5056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1319EAC8-025F-9AC0-3482-5EC1950C0CA6}"/>
              </a:ext>
            </a:extLst>
          </p:cNvPr>
          <p:cNvSpPr/>
          <p:nvPr/>
        </p:nvSpPr>
        <p:spPr>
          <a:xfrm rot="20780835">
            <a:off x="3813808" y="685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3D43B616-070B-FE00-C03E-DD42FA0AB42B}"/>
              </a:ext>
            </a:extLst>
          </p:cNvPr>
          <p:cNvSpPr/>
          <p:nvPr/>
        </p:nvSpPr>
        <p:spPr>
          <a:xfrm rot="20780835">
            <a:off x="6111689" y="6108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88F53AB4-638B-14B6-BFA4-2AE4A862D727}"/>
              </a:ext>
            </a:extLst>
          </p:cNvPr>
          <p:cNvSpPr/>
          <p:nvPr/>
        </p:nvSpPr>
        <p:spPr>
          <a:xfrm rot="20780835">
            <a:off x="6404743" y="5637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DABE3351-7BFD-87FB-72DC-A0F1EB46A360}"/>
              </a:ext>
            </a:extLst>
          </p:cNvPr>
          <p:cNvSpPr/>
          <p:nvPr/>
        </p:nvSpPr>
        <p:spPr>
          <a:xfrm rot="20780835">
            <a:off x="6697797" y="52007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5D07E1CD-147B-2980-1D61-ABA40C297731}"/>
              </a:ext>
            </a:extLst>
          </p:cNvPr>
          <p:cNvSpPr/>
          <p:nvPr/>
        </p:nvSpPr>
        <p:spPr>
          <a:xfrm rot="20780835">
            <a:off x="2263990" y="62530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44153CDB-CE72-72EF-D6C4-2CA3364E5C0D}"/>
              </a:ext>
            </a:extLst>
          </p:cNvPr>
          <p:cNvSpPr/>
          <p:nvPr/>
        </p:nvSpPr>
        <p:spPr>
          <a:xfrm rot="20780835">
            <a:off x="2557044" y="57818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61529A15-E5EC-0F3D-2471-82162451332F}"/>
              </a:ext>
            </a:extLst>
          </p:cNvPr>
          <p:cNvSpPr/>
          <p:nvPr/>
        </p:nvSpPr>
        <p:spPr>
          <a:xfrm rot="20780835">
            <a:off x="2850098" y="53454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8506095F-D664-1D41-03B8-FE57313D421E}"/>
              </a:ext>
            </a:extLst>
          </p:cNvPr>
          <p:cNvSpPr/>
          <p:nvPr/>
        </p:nvSpPr>
        <p:spPr>
          <a:xfrm rot="20780835">
            <a:off x="4966137" y="53514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E8E59866-2A10-96AA-ADFF-89F7F376BB10}"/>
              </a:ext>
            </a:extLst>
          </p:cNvPr>
          <p:cNvSpPr/>
          <p:nvPr/>
        </p:nvSpPr>
        <p:spPr>
          <a:xfrm rot="20780835">
            <a:off x="5259191" y="48802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CF15D6D4-E9A8-4352-6F5B-9AECB416084D}"/>
              </a:ext>
            </a:extLst>
          </p:cNvPr>
          <p:cNvSpPr/>
          <p:nvPr/>
        </p:nvSpPr>
        <p:spPr>
          <a:xfrm rot="20780835">
            <a:off x="2968521" y="884436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2C9C6AC2-AC63-7393-7BF1-0AEE0D14E501}"/>
              </a:ext>
            </a:extLst>
          </p:cNvPr>
          <p:cNvSpPr/>
          <p:nvPr/>
        </p:nvSpPr>
        <p:spPr>
          <a:xfrm rot="20780835">
            <a:off x="3261575" y="83731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9B26EF32-1F74-97C7-9500-EB4A263FAA2F}"/>
              </a:ext>
            </a:extLst>
          </p:cNvPr>
          <p:cNvSpPr/>
          <p:nvPr/>
        </p:nvSpPr>
        <p:spPr>
          <a:xfrm rot="20780835">
            <a:off x="3554629" y="79367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7FEC6FAD-263A-43C8-CD8F-E9F3068B6EC8}"/>
              </a:ext>
            </a:extLst>
          </p:cNvPr>
          <p:cNvSpPr/>
          <p:nvPr/>
        </p:nvSpPr>
        <p:spPr>
          <a:xfrm rot="20780835">
            <a:off x="1400978" y="73131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43D323D8-2488-3722-3B17-69F3F96ACD06}"/>
              </a:ext>
            </a:extLst>
          </p:cNvPr>
          <p:cNvSpPr/>
          <p:nvPr/>
        </p:nvSpPr>
        <p:spPr>
          <a:xfrm rot="20780835">
            <a:off x="1694032" y="68418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8AA93482-9613-33F6-3EBD-D5A406172C17}"/>
              </a:ext>
            </a:extLst>
          </p:cNvPr>
          <p:cNvSpPr/>
          <p:nvPr/>
        </p:nvSpPr>
        <p:spPr>
          <a:xfrm rot="20780835">
            <a:off x="2076619" y="86363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FF21409D-C491-12B9-614E-EDC40C2DA5A2}"/>
              </a:ext>
            </a:extLst>
          </p:cNvPr>
          <p:cNvSpPr/>
          <p:nvPr/>
        </p:nvSpPr>
        <p:spPr>
          <a:xfrm rot="20780835">
            <a:off x="4374500" y="78941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A60ABFC6-B5D2-04EA-8FA0-9387763DB97A}"/>
              </a:ext>
            </a:extLst>
          </p:cNvPr>
          <p:cNvSpPr/>
          <p:nvPr/>
        </p:nvSpPr>
        <p:spPr>
          <a:xfrm rot="20780835">
            <a:off x="4667554" y="7422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E9F73483-3471-C950-FB42-EE587DBA16A0}"/>
              </a:ext>
            </a:extLst>
          </p:cNvPr>
          <p:cNvSpPr/>
          <p:nvPr/>
        </p:nvSpPr>
        <p:spPr>
          <a:xfrm rot="20780835">
            <a:off x="4960608" y="69865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8" name="Star: 5 Points 97">
            <a:extLst>
              <a:ext uri="{FF2B5EF4-FFF2-40B4-BE49-F238E27FC236}">
                <a16:creationId xmlns:a16="http://schemas.microsoft.com/office/drawing/2014/main" id="{5464070F-7E3B-9A0E-C449-20AEE0F6B55A}"/>
              </a:ext>
            </a:extLst>
          </p:cNvPr>
          <p:cNvSpPr/>
          <p:nvPr/>
        </p:nvSpPr>
        <p:spPr>
          <a:xfrm rot="20780835">
            <a:off x="526801" y="80388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D7D4E883-8AEA-ABC1-2FDA-44B69A70753E}"/>
              </a:ext>
            </a:extLst>
          </p:cNvPr>
          <p:cNvSpPr/>
          <p:nvPr/>
        </p:nvSpPr>
        <p:spPr>
          <a:xfrm rot="20780835">
            <a:off x="819855" y="75675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FF54E11F-0E99-A22E-935C-452FFE7A5BB4}"/>
              </a:ext>
            </a:extLst>
          </p:cNvPr>
          <p:cNvSpPr/>
          <p:nvPr/>
        </p:nvSpPr>
        <p:spPr>
          <a:xfrm rot="20780835">
            <a:off x="1112909" y="71312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E0DAB80C-192E-A96A-2B19-B1B08A6DAF78}"/>
              </a:ext>
            </a:extLst>
          </p:cNvPr>
          <p:cNvSpPr/>
          <p:nvPr/>
        </p:nvSpPr>
        <p:spPr>
          <a:xfrm rot="20780835">
            <a:off x="3228948" y="71371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3E939F72-BFD4-C7CD-7094-49E40AFC35B2}"/>
              </a:ext>
            </a:extLst>
          </p:cNvPr>
          <p:cNvSpPr/>
          <p:nvPr/>
        </p:nvSpPr>
        <p:spPr>
          <a:xfrm rot="20780835">
            <a:off x="3522002" y="66659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3" name="Star: 5 Points 102">
            <a:extLst>
              <a:ext uri="{FF2B5EF4-FFF2-40B4-BE49-F238E27FC236}">
                <a16:creationId xmlns:a16="http://schemas.microsoft.com/office/drawing/2014/main" id="{1D2F7E46-6E9B-8CC6-D0DB-0205A85AF3EA}"/>
              </a:ext>
            </a:extLst>
          </p:cNvPr>
          <p:cNvSpPr/>
          <p:nvPr/>
        </p:nvSpPr>
        <p:spPr>
          <a:xfrm rot="20780835">
            <a:off x="8295194" y="94023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D42BE51F-9265-3089-0682-971B917C82CC}"/>
              </a:ext>
            </a:extLst>
          </p:cNvPr>
          <p:cNvSpPr/>
          <p:nvPr/>
        </p:nvSpPr>
        <p:spPr>
          <a:xfrm rot="20780835">
            <a:off x="8588248" y="89311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B7F47327-0324-8325-F146-D4844FE5A74C}"/>
              </a:ext>
            </a:extLst>
          </p:cNvPr>
          <p:cNvSpPr/>
          <p:nvPr/>
        </p:nvSpPr>
        <p:spPr>
          <a:xfrm rot="20780835">
            <a:off x="8881302" y="84947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F93D4A41-418F-4041-27A1-5A8120C57BAC}"/>
              </a:ext>
            </a:extLst>
          </p:cNvPr>
          <p:cNvSpPr/>
          <p:nvPr/>
        </p:nvSpPr>
        <p:spPr>
          <a:xfrm rot="20780835">
            <a:off x="6727651" y="7871098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7" name="Star: 5 Points 106">
            <a:extLst>
              <a:ext uri="{FF2B5EF4-FFF2-40B4-BE49-F238E27FC236}">
                <a16:creationId xmlns:a16="http://schemas.microsoft.com/office/drawing/2014/main" id="{C9DFC0B6-7D1E-51C9-AC1E-37558C9E8A79}"/>
              </a:ext>
            </a:extLst>
          </p:cNvPr>
          <p:cNvSpPr/>
          <p:nvPr/>
        </p:nvSpPr>
        <p:spPr>
          <a:xfrm rot="20780835">
            <a:off x="7020705" y="7399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59418B9E-5261-AC4E-856D-1E13B70C765D}"/>
              </a:ext>
            </a:extLst>
          </p:cNvPr>
          <p:cNvSpPr/>
          <p:nvPr/>
        </p:nvSpPr>
        <p:spPr>
          <a:xfrm rot="20780835">
            <a:off x="789272" y="9580283"/>
            <a:ext cx="238759" cy="1024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6BDF97A7-ABB3-8C5A-AD77-2A71D0FA1607}"/>
              </a:ext>
            </a:extLst>
          </p:cNvPr>
          <p:cNvSpPr/>
          <p:nvPr/>
        </p:nvSpPr>
        <p:spPr>
          <a:xfrm rot="20780835">
            <a:off x="9701173" y="84521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DE16AB54-7F9D-84BE-357D-AC640A7AC9CF}"/>
              </a:ext>
            </a:extLst>
          </p:cNvPr>
          <p:cNvSpPr/>
          <p:nvPr/>
        </p:nvSpPr>
        <p:spPr>
          <a:xfrm rot="20780835">
            <a:off x="9994227" y="79809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1" name="Star: 5 Points 110">
            <a:extLst>
              <a:ext uri="{FF2B5EF4-FFF2-40B4-BE49-F238E27FC236}">
                <a16:creationId xmlns:a16="http://schemas.microsoft.com/office/drawing/2014/main" id="{0C04D237-C18F-2C89-8962-536281C46444}"/>
              </a:ext>
            </a:extLst>
          </p:cNvPr>
          <p:cNvSpPr/>
          <p:nvPr/>
        </p:nvSpPr>
        <p:spPr>
          <a:xfrm rot="20780835">
            <a:off x="10287281" y="75445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7336BC3-4AAD-54E0-BE58-1E940E35226F}"/>
              </a:ext>
            </a:extLst>
          </p:cNvPr>
          <p:cNvSpPr/>
          <p:nvPr/>
        </p:nvSpPr>
        <p:spPr>
          <a:xfrm rot="20780835">
            <a:off x="5853474" y="85968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B958D320-F5CC-C130-2F23-55301C2FCEBB}"/>
              </a:ext>
            </a:extLst>
          </p:cNvPr>
          <p:cNvSpPr/>
          <p:nvPr/>
        </p:nvSpPr>
        <p:spPr>
          <a:xfrm rot="20780835">
            <a:off x="6146528" y="8125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1DDDDFDF-875E-D752-E408-80925B6B1C9F}"/>
              </a:ext>
            </a:extLst>
          </p:cNvPr>
          <p:cNvSpPr/>
          <p:nvPr/>
        </p:nvSpPr>
        <p:spPr>
          <a:xfrm rot="20780835">
            <a:off x="6439582" y="76892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6176DBC3-3FF6-0109-6849-E5F14266B7A4}"/>
              </a:ext>
            </a:extLst>
          </p:cNvPr>
          <p:cNvSpPr/>
          <p:nvPr/>
        </p:nvSpPr>
        <p:spPr>
          <a:xfrm rot="20780835">
            <a:off x="8555621" y="76951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18B5DA44-781C-863E-07AA-33FB8CECD3D4}"/>
              </a:ext>
            </a:extLst>
          </p:cNvPr>
          <p:cNvSpPr/>
          <p:nvPr/>
        </p:nvSpPr>
        <p:spPr>
          <a:xfrm rot="20780835">
            <a:off x="8850728" y="7209422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5F586DDB-11C9-A0EC-7E34-D77901E56CE9}"/>
              </a:ext>
            </a:extLst>
          </p:cNvPr>
          <p:cNvSpPr/>
          <p:nvPr/>
        </p:nvSpPr>
        <p:spPr>
          <a:xfrm rot="20780835">
            <a:off x="13689050" y="93316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ABDCC797-F642-85DE-90C0-4F4FAAD8CC4B}"/>
              </a:ext>
            </a:extLst>
          </p:cNvPr>
          <p:cNvSpPr/>
          <p:nvPr/>
        </p:nvSpPr>
        <p:spPr>
          <a:xfrm rot="20780835">
            <a:off x="13982104" y="8860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9" name="Star: 5 Points 118">
            <a:extLst>
              <a:ext uri="{FF2B5EF4-FFF2-40B4-BE49-F238E27FC236}">
                <a16:creationId xmlns:a16="http://schemas.microsoft.com/office/drawing/2014/main" id="{F077999F-F47A-0F30-4AD3-FD9EDABDB464}"/>
              </a:ext>
            </a:extLst>
          </p:cNvPr>
          <p:cNvSpPr/>
          <p:nvPr/>
        </p:nvSpPr>
        <p:spPr>
          <a:xfrm rot="20780835">
            <a:off x="14275158" y="84240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DC6AFFCC-C15D-E208-06D0-3C85C533AFF1}"/>
              </a:ext>
            </a:extLst>
          </p:cNvPr>
          <p:cNvSpPr/>
          <p:nvPr/>
        </p:nvSpPr>
        <p:spPr>
          <a:xfrm rot="20780835">
            <a:off x="12121507" y="7800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1" name="Star: 5 Points 120">
            <a:extLst>
              <a:ext uri="{FF2B5EF4-FFF2-40B4-BE49-F238E27FC236}">
                <a16:creationId xmlns:a16="http://schemas.microsoft.com/office/drawing/2014/main" id="{5F2FE65C-E158-AC23-6713-D16E6A89557D}"/>
              </a:ext>
            </a:extLst>
          </p:cNvPr>
          <p:cNvSpPr/>
          <p:nvPr/>
        </p:nvSpPr>
        <p:spPr>
          <a:xfrm rot="20780835">
            <a:off x="12414561" y="7329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A3D5F659-327E-96DF-7023-4AD8342DF6FE}"/>
              </a:ext>
            </a:extLst>
          </p:cNvPr>
          <p:cNvSpPr/>
          <p:nvPr/>
        </p:nvSpPr>
        <p:spPr>
          <a:xfrm rot="20780835">
            <a:off x="12797148" y="91236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029DA202-7BEA-8CB6-7D0D-CE48679BC83B}"/>
              </a:ext>
            </a:extLst>
          </p:cNvPr>
          <p:cNvSpPr/>
          <p:nvPr/>
        </p:nvSpPr>
        <p:spPr>
          <a:xfrm rot="20780835">
            <a:off x="16945604" y="8019018"/>
            <a:ext cx="148841" cy="13037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B5710012-6E3E-360D-DACF-013A55D6E2A1}"/>
              </a:ext>
            </a:extLst>
          </p:cNvPr>
          <p:cNvSpPr/>
          <p:nvPr/>
        </p:nvSpPr>
        <p:spPr>
          <a:xfrm rot="20780835">
            <a:off x="15388083" y="79102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92DE0EB8-03F5-7194-A584-F49A5F78E473}"/>
              </a:ext>
            </a:extLst>
          </p:cNvPr>
          <p:cNvSpPr/>
          <p:nvPr/>
        </p:nvSpPr>
        <p:spPr>
          <a:xfrm rot="20780835">
            <a:off x="15681137" y="7473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0667F2F0-776E-3E51-676C-8EFD8D02187C}"/>
              </a:ext>
            </a:extLst>
          </p:cNvPr>
          <p:cNvSpPr/>
          <p:nvPr/>
        </p:nvSpPr>
        <p:spPr>
          <a:xfrm rot="20780835">
            <a:off x="11247330" y="85261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CBC71AF5-F2F3-6310-45AD-59A9F85C11A3}"/>
              </a:ext>
            </a:extLst>
          </p:cNvPr>
          <p:cNvSpPr/>
          <p:nvPr/>
        </p:nvSpPr>
        <p:spPr>
          <a:xfrm rot="20780835">
            <a:off x="11540384" y="80549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6036575B-DBA7-457D-84F2-70D73FC32353}"/>
              </a:ext>
            </a:extLst>
          </p:cNvPr>
          <p:cNvSpPr/>
          <p:nvPr/>
        </p:nvSpPr>
        <p:spPr>
          <a:xfrm rot="20780835">
            <a:off x="11833438" y="76185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45ECD4DB-2D2C-9CC1-1188-7F621B6CD466}"/>
              </a:ext>
            </a:extLst>
          </p:cNvPr>
          <p:cNvSpPr/>
          <p:nvPr/>
        </p:nvSpPr>
        <p:spPr>
          <a:xfrm rot="20780835">
            <a:off x="13949477" y="76245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5A3EF46E-FB12-6A67-4463-442098EFCDB3}"/>
              </a:ext>
            </a:extLst>
          </p:cNvPr>
          <p:cNvSpPr/>
          <p:nvPr/>
        </p:nvSpPr>
        <p:spPr>
          <a:xfrm rot="20780835">
            <a:off x="14242531" y="71532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83220C86-78CA-AD11-21E7-7AEB0455F190}"/>
              </a:ext>
            </a:extLst>
          </p:cNvPr>
          <p:cNvSpPr/>
          <p:nvPr/>
        </p:nvSpPr>
        <p:spPr>
          <a:xfrm rot="20780835">
            <a:off x="8703216" y="3431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346609E6-851C-B9AA-9E51-AFE9062CF5F5}"/>
              </a:ext>
            </a:extLst>
          </p:cNvPr>
          <p:cNvSpPr/>
          <p:nvPr/>
        </p:nvSpPr>
        <p:spPr>
          <a:xfrm rot="20780835">
            <a:off x="8996270" y="29606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30A538DB-94AB-5286-4BF1-25C2438C33EF}"/>
              </a:ext>
            </a:extLst>
          </p:cNvPr>
          <p:cNvSpPr/>
          <p:nvPr/>
        </p:nvSpPr>
        <p:spPr>
          <a:xfrm rot="20780835">
            <a:off x="9289324" y="25242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0200375E-12B9-11A2-5ABF-F936F286BADB}"/>
              </a:ext>
            </a:extLst>
          </p:cNvPr>
          <p:cNvSpPr/>
          <p:nvPr/>
        </p:nvSpPr>
        <p:spPr>
          <a:xfrm rot="20780835">
            <a:off x="7135673" y="190066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37A69DE5-ADB1-6F2F-A76D-1E0C4AD9DDCD}"/>
              </a:ext>
            </a:extLst>
          </p:cNvPr>
          <p:cNvSpPr/>
          <p:nvPr/>
        </p:nvSpPr>
        <p:spPr>
          <a:xfrm rot="20780835">
            <a:off x="7428727" y="14294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AAB8B712-5361-DC2D-8C72-A8E2DA433FD6}"/>
              </a:ext>
            </a:extLst>
          </p:cNvPr>
          <p:cNvSpPr/>
          <p:nvPr/>
        </p:nvSpPr>
        <p:spPr>
          <a:xfrm rot="20780835">
            <a:off x="7811314" y="32238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30E106DE-375F-4E39-3C38-6912E552AA87}"/>
              </a:ext>
            </a:extLst>
          </p:cNvPr>
          <p:cNvSpPr/>
          <p:nvPr/>
        </p:nvSpPr>
        <p:spPr>
          <a:xfrm rot="20780835">
            <a:off x="10109195" y="24817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EFF65F43-F0D9-79A6-F832-96B66B65BB53}"/>
              </a:ext>
            </a:extLst>
          </p:cNvPr>
          <p:cNvSpPr/>
          <p:nvPr/>
        </p:nvSpPr>
        <p:spPr>
          <a:xfrm rot="20780835">
            <a:off x="10402249" y="201047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B9669214-A1F4-2030-4684-F4981F417616}"/>
              </a:ext>
            </a:extLst>
          </p:cNvPr>
          <p:cNvSpPr/>
          <p:nvPr/>
        </p:nvSpPr>
        <p:spPr>
          <a:xfrm rot="20780835">
            <a:off x="10695303" y="1574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4B43CBF7-D9EA-B498-E7B9-68332EB41AD8}"/>
              </a:ext>
            </a:extLst>
          </p:cNvPr>
          <p:cNvSpPr/>
          <p:nvPr/>
        </p:nvSpPr>
        <p:spPr>
          <a:xfrm rot="20780835">
            <a:off x="6261496" y="26264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A0AE9862-1432-AE5D-FDCA-ADF1816F7704}"/>
              </a:ext>
            </a:extLst>
          </p:cNvPr>
          <p:cNvSpPr/>
          <p:nvPr/>
        </p:nvSpPr>
        <p:spPr>
          <a:xfrm rot="20780835">
            <a:off x="6554550" y="21551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F47C4512-0606-02F3-FF51-E42935610C9F}"/>
              </a:ext>
            </a:extLst>
          </p:cNvPr>
          <p:cNvSpPr/>
          <p:nvPr/>
        </p:nvSpPr>
        <p:spPr>
          <a:xfrm rot="20780835">
            <a:off x="6847604" y="17187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A7987C65-EFFD-1AFC-D90F-182513D4519F}"/>
              </a:ext>
            </a:extLst>
          </p:cNvPr>
          <p:cNvSpPr/>
          <p:nvPr/>
        </p:nvSpPr>
        <p:spPr>
          <a:xfrm rot="20780835">
            <a:off x="8967249" y="171484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4EBAAD4E-CB9C-1985-CB42-0C515BD6FF2F}"/>
              </a:ext>
            </a:extLst>
          </p:cNvPr>
          <p:cNvSpPr/>
          <p:nvPr/>
        </p:nvSpPr>
        <p:spPr>
          <a:xfrm rot="20780835">
            <a:off x="9256697" y="12535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CF007926-81DA-635C-A68F-2A54578F293F}"/>
              </a:ext>
            </a:extLst>
          </p:cNvPr>
          <p:cNvSpPr/>
          <p:nvPr/>
        </p:nvSpPr>
        <p:spPr>
          <a:xfrm rot="20780835">
            <a:off x="13394789" y="375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622C1932-60A0-DFCC-B8C8-43926ADE9E9A}"/>
              </a:ext>
            </a:extLst>
          </p:cNvPr>
          <p:cNvSpPr/>
          <p:nvPr/>
        </p:nvSpPr>
        <p:spPr>
          <a:xfrm rot="20780835">
            <a:off x="13687843" y="32817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EDF5A7DB-3536-09F5-E9ED-1FD5EBAE3B00}"/>
              </a:ext>
            </a:extLst>
          </p:cNvPr>
          <p:cNvSpPr/>
          <p:nvPr/>
        </p:nvSpPr>
        <p:spPr>
          <a:xfrm rot="20780835">
            <a:off x="13980897" y="28453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08A0578C-1A8E-5C4F-B124-5C28B2317370}"/>
              </a:ext>
            </a:extLst>
          </p:cNvPr>
          <p:cNvSpPr/>
          <p:nvPr/>
        </p:nvSpPr>
        <p:spPr>
          <a:xfrm rot="20780835">
            <a:off x="11827246" y="22217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E5F83FCC-8244-B90E-AA07-844C14F00259}"/>
              </a:ext>
            </a:extLst>
          </p:cNvPr>
          <p:cNvSpPr/>
          <p:nvPr/>
        </p:nvSpPr>
        <p:spPr>
          <a:xfrm rot="20780835">
            <a:off x="12120300" y="17504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C71BDCC4-1F70-7A6C-A907-AAC9BA77C06F}"/>
              </a:ext>
            </a:extLst>
          </p:cNvPr>
          <p:cNvSpPr/>
          <p:nvPr/>
        </p:nvSpPr>
        <p:spPr>
          <a:xfrm rot="20780835">
            <a:off x="12502887" y="35449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D79BA937-2F43-FCC2-1F5C-93830EF53710}"/>
              </a:ext>
            </a:extLst>
          </p:cNvPr>
          <p:cNvSpPr/>
          <p:nvPr/>
        </p:nvSpPr>
        <p:spPr>
          <a:xfrm rot="20780835">
            <a:off x="14800768" y="280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DD68980A-43D4-0373-99CB-7E31217B0E0C}"/>
              </a:ext>
            </a:extLst>
          </p:cNvPr>
          <p:cNvSpPr/>
          <p:nvPr/>
        </p:nvSpPr>
        <p:spPr>
          <a:xfrm rot="20780835">
            <a:off x="15093822" y="233154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81817F8E-19F4-5D58-A07A-042D3D8B01B4}"/>
              </a:ext>
            </a:extLst>
          </p:cNvPr>
          <p:cNvSpPr/>
          <p:nvPr/>
        </p:nvSpPr>
        <p:spPr>
          <a:xfrm rot="20780835">
            <a:off x="15225861" y="1726071"/>
            <a:ext cx="158858" cy="285702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DC734153-4D3E-445F-97C9-90C3798EF8ED}"/>
              </a:ext>
            </a:extLst>
          </p:cNvPr>
          <p:cNvSpPr/>
          <p:nvPr/>
        </p:nvSpPr>
        <p:spPr>
          <a:xfrm rot="20780835">
            <a:off x="10953069" y="29474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A067A08A-E0C5-23F3-9B0B-9CC1D4981616}"/>
              </a:ext>
            </a:extLst>
          </p:cNvPr>
          <p:cNvSpPr/>
          <p:nvPr/>
        </p:nvSpPr>
        <p:spPr>
          <a:xfrm rot="20780835">
            <a:off x="11246123" y="247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E9AFB921-636A-6864-F25F-AA63E8512F1C}"/>
              </a:ext>
            </a:extLst>
          </p:cNvPr>
          <p:cNvSpPr/>
          <p:nvPr/>
        </p:nvSpPr>
        <p:spPr>
          <a:xfrm rot="20780835">
            <a:off x="11539177" y="20398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1D5F939C-5C97-EBF2-FBBD-E558EF50C183}"/>
              </a:ext>
            </a:extLst>
          </p:cNvPr>
          <p:cNvSpPr/>
          <p:nvPr/>
        </p:nvSpPr>
        <p:spPr>
          <a:xfrm rot="20780835">
            <a:off x="13655216" y="204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5E33F7E0-29A5-7705-7CE4-615FCD4073E1}"/>
              </a:ext>
            </a:extLst>
          </p:cNvPr>
          <p:cNvSpPr/>
          <p:nvPr/>
        </p:nvSpPr>
        <p:spPr>
          <a:xfrm rot="20780835">
            <a:off x="13948270" y="15745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8107A39F-2C11-05C2-ED23-27EA1C087692}"/>
              </a:ext>
            </a:extLst>
          </p:cNvPr>
          <p:cNvSpPr/>
          <p:nvPr/>
        </p:nvSpPr>
        <p:spPr>
          <a:xfrm rot="20780835">
            <a:off x="14252657" y="78737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C0F7C271-7023-05B4-18FA-F0A40684261F}"/>
              </a:ext>
            </a:extLst>
          </p:cNvPr>
          <p:cNvSpPr/>
          <p:nvPr/>
        </p:nvSpPr>
        <p:spPr>
          <a:xfrm rot="20780835">
            <a:off x="14545711" y="74025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EF25C90A-2A66-1E36-4D3E-9DE8383392FB}"/>
              </a:ext>
            </a:extLst>
          </p:cNvPr>
          <p:cNvSpPr/>
          <p:nvPr/>
        </p:nvSpPr>
        <p:spPr>
          <a:xfrm rot="20780835">
            <a:off x="14838765" y="69661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F65F88AA-72A9-F376-1E88-6A368B043255}"/>
              </a:ext>
            </a:extLst>
          </p:cNvPr>
          <p:cNvSpPr/>
          <p:nvPr/>
        </p:nvSpPr>
        <p:spPr>
          <a:xfrm rot="20780835">
            <a:off x="12685114" y="63424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4B687649-0B44-C95B-1E6F-924907835889}"/>
              </a:ext>
            </a:extLst>
          </p:cNvPr>
          <p:cNvSpPr/>
          <p:nvPr/>
        </p:nvSpPr>
        <p:spPr>
          <a:xfrm rot="20780835">
            <a:off x="12978168" y="58712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00BB5B12-7654-B88B-EA7D-6B07C95DB9D1}"/>
              </a:ext>
            </a:extLst>
          </p:cNvPr>
          <p:cNvSpPr/>
          <p:nvPr/>
        </p:nvSpPr>
        <p:spPr>
          <a:xfrm rot="20780835">
            <a:off x="13360755" y="76657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5" name="Star: 5 Points 164">
            <a:extLst>
              <a:ext uri="{FF2B5EF4-FFF2-40B4-BE49-F238E27FC236}">
                <a16:creationId xmlns:a16="http://schemas.microsoft.com/office/drawing/2014/main" id="{EC553FA7-B4AF-0836-E117-001D5AACF827}"/>
              </a:ext>
            </a:extLst>
          </p:cNvPr>
          <p:cNvSpPr/>
          <p:nvPr/>
        </p:nvSpPr>
        <p:spPr>
          <a:xfrm rot="20780835">
            <a:off x="8559638" y="4459769"/>
            <a:ext cx="237365" cy="17035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54837B7C-57DC-AF55-E755-A4BD7CD39A2E}"/>
              </a:ext>
            </a:extLst>
          </p:cNvPr>
          <p:cNvSpPr/>
          <p:nvPr/>
        </p:nvSpPr>
        <p:spPr>
          <a:xfrm rot="20780835">
            <a:off x="15951690" y="64523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D3566B32-8405-F5B9-27DD-8CADC8C1D0A0}"/>
              </a:ext>
            </a:extLst>
          </p:cNvPr>
          <p:cNvSpPr/>
          <p:nvPr/>
        </p:nvSpPr>
        <p:spPr>
          <a:xfrm rot="20780835">
            <a:off x="16244744" y="60159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8" name="Star: 5 Points 167">
            <a:extLst>
              <a:ext uri="{FF2B5EF4-FFF2-40B4-BE49-F238E27FC236}">
                <a16:creationId xmlns:a16="http://schemas.microsoft.com/office/drawing/2014/main" id="{78897F44-04E7-4116-A0AE-DF24F48DBF93}"/>
              </a:ext>
            </a:extLst>
          </p:cNvPr>
          <p:cNvSpPr/>
          <p:nvPr/>
        </p:nvSpPr>
        <p:spPr>
          <a:xfrm rot="20780835">
            <a:off x="11810937" y="70682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DE10497F-4942-0F02-9A2F-9E7994604979}"/>
              </a:ext>
            </a:extLst>
          </p:cNvPr>
          <p:cNvSpPr/>
          <p:nvPr/>
        </p:nvSpPr>
        <p:spPr>
          <a:xfrm rot="20780835">
            <a:off x="12103991" y="65969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4DA03392-74DB-8E4F-A84F-E807775F6185}"/>
              </a:ext>
            </a:extLst>
          </p:cNvPr>
          <p:cNvSpPr/>
          <p:nvPr/>
        </p:nvSpPr>
        <p:spPr>
          <a:xfrm rot="20780835">
            <a:off x="12397045" y="61606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906A1FFD-304C-52DC-1989-090FE320E778}"/>
              </a:ext>
            </a:extLst>
          </p:cNvPr>
          <p:cNvSpPr/>
          <p:nvPr/>
        </p:nvSpPr>
        <p:spPr>
          <a:xfrm rot="20780835">
            <a:off x="14513084" y="61665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2" name="Star: 5 Points 171">
            <a:extLst>
              <a:ext uri="{FF2B5EF4-FFF2-40B4-BE49-F238E27FC236}">
                <a16:creationId xmlns:a16="http://schemas.microsoft.com/office/drawing/2014/main" id="{CB10722F-D0F8-9516-7724-C1960C54E131}"/>
              </a:ext>
            </a:extLst>
          </p:cNvPr>
          <p:cNvSpPr/>
          <p:nvPr/>
        </p:nvSpPr>
        <p:spPr>
          <a:xfrm rot="20780835">
            <a:off x="14688510" y="5638298"/>
            <a:ext cx="184274" cy="16182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EA289705-DF63-60E2-CD65-1E17AFF0FD64}"/>
              </a:ext>
            </a:extLst>
          </p:cNvPr>
          <p:cNvSpPr/>
          <p:nvPr/>
        </p:nvSpPr>
        <p:spPr>
          <a:xfrm rot="20780835">
            <a:off x="5987851" y="1380041"/>
            <a:ext cx="164900" cy="7975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21E8DAE1-BBEE-4B3C-4557-37F9AFCB5031}"/>
              </a:ext>
            </a:extLst>
          </p:cNvPr>
          <p:cNvSpPr/>
          <p:nvPr/>
        </p:nvSpPr>
        <p:spPr>
          <a:xfrm rot="20780835">
            <a:off x="3834200" y="7564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5" name="Star: 5 Points 174">
            <a:extLst>
              <a:ext uri="{FF2B5EF4-FFF2-40B4-BE49-F238E27FC236}">
                <a16:creationId xmlns:a16="http://schemas.microsoft.com/office/drawing/2014/main" id="{6F36CFF3-5B0B-00AA-859B-001D1C7FC710}"/>
              </a:ext>
            </a:extLst>
          </p:cNvPr>
          <p:cNvSpPr/>
          <p:nvPr/>
        </p:nvSpPr>
        <p:spPr>
          <a:xfrm rot="20780835">
            <a:off x="10655421" y="119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EA80CB79-F3EF-35D0-1567-1E65816C70FE}"/>
              </a:ext>
            </a:extLst>
          </p:cNvPr>
          <p:cNvSpPr/>
          <p:nvPr/>
        </p:nvSpPr>
        <p:spPr>
          <a:xfrm rot="20780835">
            <a:off x="10948475" y="7215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7" name="Star: 5 Points 176">
            <a:extLst>
              <a:ext uri="{FF2B5EF4-FFF2-40B4-BE49-F238E27FC236}">
                <a16:creationId xmlns:a16="http://schemas.microsoft.com/office/drawing/2014/main" id="{B952E7EC-46DC-4BCE-7D8E-553E261BA0BD}"/>
              </a:ext>
            </a:extLst>
          </p:cNvPr>
          <p:cNvSpPr/>
          <p:nvPr/>
        </p:nvSpPr>
        <p:spPr>
          <a:xfrm rot="20780835">
            <a:off x="6807722" y="1337471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8" name="Star: 5 Points 177">
            <a:extLst>
              <a:ext uri="{FF2B5EF4-FFF2-40B4-BE49-F238E27FC236}">
                <a16:creationId xmlns:a16="http://schemas.microsoft.com/office/drawing/2014/main" id="{B58D0658-8EC6-67C8-1EEE-2C259168A0C9}"/>
              </a:ext>
            </a:extLst>
          </p:cNvPr>
          <p:cNvSpPr/>
          <p:nvPr/>
        </p:nvSpPr>
        <p:spPr>
          <a:xfrm rot="20780835">
            <a:off x="7100776" y="86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9" name="Star: 5 Points 178">
            <a:extLst>
              <a:ext uri="{FF2B5EF4-FFF2-40B4-BE49-F238E27FC236}">
                <a16:creationId xmlns:a16="http://schemas.microsoft.com/office/drawing/2014/main" id="{CA6CD373-430A-08F2-8471-A5FD8F656A59}"/>
              </a:ext>
            </a:extLst>
          </p:cNvPr>
          <p:cNvSpPr/>
          <p:nvPr/>
        </p:nvSpPr>
        <p:spPr>
          <a:xfrm rot="20780835">
            <a:off x="2998898" y="1545260"/>
            <a:ext cx="290217" cy="258632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96D9AFE6-8F61-8CD9-D1DE-2C6F7E8383B8}"/>
              </a:ext>
            </a:extLst>
          </p:cNvPr>
          <p:cNvSpPr/>
          <p:nvPr/>
        </p:nvSpPr>
        <p:spPr>
          <a:xfrm rot="20780835">
            <a:off x="3253077" y="10109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B110A0EF-B0F3-FE16-5582-82152C84573B}"/>
              </a:ext>
            </a:extLst>
          </p:cNvPr>
          <p:cNvSpPr/>
          <p:nvPr/>
        </p:nvSpPr>
        <p:spPr>
          <a:xfrm rot="20780835">
            <a:off x="8562042" y="11536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2" name="Star: 5 Points 181">
            <a:extLst>
              <a:ext uri="{FF2B5EF4-FFF2-40B4-BE49-F238E27FC236}">
                <a16:creationId xmlns:a16="http://schemas.microsoft.com/office/drawing/2014/main" id="{D36AE01E-CD9F-4CCD-CCB6-A696F4C8828F}"/>
              </a:ext>
            </a:extLst>
          </p:cNvPr>
          <p:cNvSpPr/>
          <p:nvPr/>
        </p:nvSpPr>
        <p:spPr>
          <a:xfrm rot="20780835">
            <a:off x="11535564" y="1734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3" name="Star: 5 Points 182">
            <a:extLst>
              <a:ext uri="{FF2B5EF4-FFF2-40B4-BE49-F238E27FC236}">
                <a16:creationId xmlns:a16="http://schemas.microsoft.com/office/drawing/2014/main" id="{32CC324E-A9B6-70F1-5F9C-9148E7DCE962}"/>
              </a:ext>
            </a:extLst>
          </p:cNvPr>
          <p:cNvSpPr/>
          <p:nvPr/>
        </p:nvSpPr>
        <p:spPr>
          <a:xfrm rot="20780835">
            <a:off x="11828618" y="1263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25F02DFD-9E8E-28C8-0D0A-FC7805BB9241}"/>
              </a:ext>
            </a:extLst>
          </p:cNvPr>
          <p:cNvSpPr/>
          <p:nvPr/>
        </p:nvSpPr>
        <p:spPr>
          <a:xfrm rot="20780835">
            <a:off x="15855191" y="1231395"/>
            <a:ext cx="310270" cy="12069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F4E2B9A2-DB37-8B67-1DD3-5AA83312DCC1}"/>
              </a:ext>
            </a:extLst>
          </p:cNvPr>
          <p:cNvSpPr/>
          <p:nvPr/>
        </p:nvSpPr>
        <p:spPr>
          <a:xfrm rot="20780835">
            <a:off x="7980919" y="1408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6" name="Star: 5 Points 185">
            <a:extLst>
              <a:ext uri="{FF2B5EF4-FFF2-40B4-BE49-F238E27FC236}">
                <a16:creationId xmlns:a16="http://schemas.microsoft.com/office/drawing/2014/main" id="{B9E620F3-1CC6-BFBA-1E32-B64320CE37A4}"/>
              </a:ext>
            </a:extLst>
          </p:cNvPr>
          <p:cNvSpPr/>
          <p:nvPr/>
        </p:nvSpPr>
        <p:spPr>
          <a:xfrm rot="20780835">
            <a:off x="8273973" y="971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7" name="Star: 5 Points 186">
            <a:extLst>
              <a:ext uri="{FF2B5EF4-FFF2-40B4-BE49-F238E27FC236}">
                <a16:creationId xmlns:a16="http://schemas.microsoft.com/office/drawing/2014/main" id="{280D83E0-34B1-CDD3-E9A5-3067496F0A87}"/>
              </a:ext>
            </a:extLst>
          </p:cNvPr>
          <p:cNvSpPr/>
          <p:nvPr/>
        </p:nvSpPr>
        <p:spPr>
          <a:xfrm rot="20780835">
            <a:off x="10390012" y="977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8" name="Star: 5 Points 187">
            <a:extLst>
              <a:ext uri="{FF2B5EF4-FFF2-40B4-BE49-F238E27FC236}">
                <a16:creationId xmlns:a16="http://schemas.microsoft.com/office/drawing/2014/main" id="{6E88B032-1638-5ACD-6A1B-5D9B64F6CC38}"/>
              </a:ext>
            </a:extLst>
          </p:cNvPr>
          <p:cNvSpPr/>
          <p:nvPr/>
        </p:nvSpPr>
        <p:spPr>
          <a:xfrm rot="20780835">
            <a:off x="13253615" y="1474690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9" name="Star: 5 Points 188">
            <a:extLst>
              <a:ext uri="{FF2B5EF4-FFF2-40B4-BE49-F238E27FC236}">
                <a16:creationId xmlns:a16="http://schemas.microsoft.com/office/drawing/2014/main" id="{40877C52-D8E5-62B6-C096-06465FDEF2E4}"/>
              </a:ext>
            </a:extLst>
          </p:cNvPr>
          <p:cNvSpPr/>
          <p:nvPr/>
        </p:nvSpPr>
        <p:spPr>
          <a:xfrm rot="20780835">
            <a:off x="13546669" y="10034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0" name="Star: 5 Points 189">
            <a:extLst>
              <a:ext uri="{FF2B5EF4-FFF2-40B4-BE49-F238E27FC236}">
                <a16:creationId xmlns:a16="http://schemas.microsoft.com/office/drawing/2014/main" id="{BCC3BD8C-4EF0-0377-CFBA-9984EF315A8D}"/>
              </a:ext>
            </a:extLst>
          </p:cNvPr>
          <p:cNvSpPr/>
          <p:nvPr/>
        </p:nvSpPr>
        <p:spPr>
          <a:xfrm rot="20780835">
            <a:off x="12672492" y="172918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1" name="Star: 5 Points 190">
            <a:extLst>
              <a:ext uri="{FF2B5EF4-FFF2-40B4-BE49-F238E27FC236}">
                <a16:creationId xmlns:a16="http://schemas.microsoft.com/office/drawing/2014/main" id="{6BDB4AC8-93A2-3493-807A-C0F5CCBB17B3}"/>
              </a:ext>
            </a:extLst>
          </p:cNvPr>
          <p:cNvSpPr/>
          <p:nvPr/>
        </p:nvSpPr>
        <p:spPr>
          <a:xfrm rot="20780835">
            <a:off x="12965546" y="12928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2" name="Star: 5 Points 191">
            <a:extLst>
              <a:ext uri="{FF2B5EF4-FFF2-40B4-BE49-F238E27FC236}">
                <a16:creationId xmlns:a16="http://schemas.microsoft.com/office/drawing/2014/main" id="{24BAAEDF-DF45-3864-3D98-C98EE17FE658}"/>
              </a:ext>
            </a:extLst>
          </p:cNvPr>
          <p:cNvSpPr/>
          <p:nvPr/>
        </p:nvSpPr>
        <p:spPr>
          <a:xfrm rot="20780835">
            <a:off x="4424560" y="32453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3" name="Star: 5 Points 192">
            <a:extLst>
              <a:ext uri="{FF2B5EF4-FFF2-40B4-BE49-F238E27FC236}">
                <a16:creationId xmlns:a16="http://schemas.microsoft.com/office/drawing/2014/main" id="{28A89D42-255A-BF45-C5C9-D6A032A5406E}"/>
              </a:ext>
            </a:extLst>
          </p:cNvPr>
          <p:cNvSpPr/>
          <p:nvPr/>
        </p:nvSpPr>
        <p:spPr>
          <a:xfrm rot="20780835">
            <a:off x="2270909" y="26216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4" name="Star: 5 Points 193">
            <a:extLst>
              <a:ext uri="{FF2B5EF4-FFF2-40B4-BE49-F238E27FC236}">
                <a16:creationId xmlns:a16="http://schemas.microsoft.com/office/drawing/2014/main" id="{514DBD26-ACC5-B555-84AA-D25F3794419C}"/>
              </a:ext>
            </a:extLst>
          </p:cNvPr>
          <p:cNvSpPr/>
          <p:nvPr/>
        </p:nvSpPr>
        <p:spPr>
          <a:xfrm rot="20780835">
            <a:off x="9092130" y="305807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5" name="Star: 5 Points 194">
            <a:extLst>
              <a:ext uri="{FF2B5EF4-FFF2-40B4-BE49-F238E27FC236}">
                <a16:creationId xmlns:a16="http://schemas.microsoft.com/office/drawing/2014/main" id="{51EE48BE-BC44-F7C8-8A73-108757DB2152}"/>
              </a:ext>
            </a:extLst>
          </p:cNvPr>
          <p:cNvSpPr/>
          <p:nvPr/>
        </p:nvSpPr>
        <p:spPr>
          <a:xfrm rot="20780835">
            <a:off x="9600120" y="28155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6" name="Star: 5 Points 195">
            <a:extLst>
              <a:ext uri="{FF2B5EF4-FFF2-40B4-BE49-F238E27FC236}">
                <a16:creationId xmlns:a16="http://schemas.microsoft.com/office/drawing/2014/main" id="{5CF40F73-E71C-F53F-8C04-0AFF9EE98C98}"/>
              </a:ext>
            </a:extLst>
          </p:cNvPr>
          <p:cNvSpPr/>
          <p:nvPr/>
        </p:nvSpPr>
        <p:spPr>
          <a:xfrm rot="20780835">
            <a:off x="5244431" y="32027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7" name="Star: 5 Points 196">
            <a:extLst>
              <a:ext uri="{FF2B5EF4-FFF2-40B4-BE49-F238E27FC236}">
                <a16:creationId xmlns:a16="http://schemas.microsoft.com/office/drawing/2014/main" id="{A86170AC-7D3D-BFA6-9F74-697D287D6EA8}"/>
              </a:ext>
            </a:extLst>
          </p:cNvPr>
          <p:cNvSpPr/>
          <p:nvPr/>
        </p:nvSpPr>
        <p:spPr>
          <a:xfrm rot="20780835">
            <a:off x="5537485" y="27315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8" name="Star: 5 Points 197">
            <a:extLst>
              <a:ext uri="{FF2B5EF4-FFF2-40B4-BE49-F238E27FC236}">
                <a16:creationId xmlns:a16="http://schemas.microsoft.com/office/drawing/2014/main" id="{E7E19AFB-D00A-2FBB-A35B-A250DCF920AC}"/>
              </a:ext>
            </a:extLst>
          </p:cNvPr>
          <p:cNvSpPr/>
          <p:nvPr/>
        </p:nvSpPr>
        <p:spPr>
          <a:xfrm rot="20780835">
            <a:off x="1396732" y="3347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9" name="Star: 5 Points 198">
            <a:extLst>
              <a:ext uri="{FF2B5EF4-FFF2-40B4-BE49-F238E27FC236}">
                <a16:creationId xmlns:a16="http://schemas.microsoft.com/office/drawing/2014/main" id="{2A2C6FAF-2360-7A8E-6A75-4EFF20DEE7C0}"/>
              </a:ext>
            </a:extLst>
          </p:cNvPr>
          <p:cNvSpPr/>
          <p:nvPr/>
        </p:nvSpPr>
        <p:spPr>
          <a:xfrm rot="20780835">
            <a:off x="1689786" y="2876182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0" name="Star: 5 Points 199">
            <a:extLst>
              <a:ext uri="{FF2B5EF4-FFF2-40B4-BE49-F238E27FC236}">
                <a16:creationId xmlns:a16="http://schemas.microsoft.com/office/drawing/2014/main" id="{08FCD480-98C9-3A50-CF77-0E4FE33D7640}"/>
              </a:ext>
            </a:extLst>
          </p:cNvPr>
          <p:cNvSpPr/>
          <p:nvPr/>
        </p:nvSpPr>
        <p:spPr>
          <a:xfrm rot="20780835">
            <a:off x="6998751" y="30188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1" name="Star: 5 Points 200">
            <a:extLst>
              <a:ext uri="{FF2B5EF4-FFF2-40B4-BE49-F238E27FC236}">
                <a16:creationId xmlns:a16="http://schemas.microsoft.com/office/drawing/2014/main" id="{B51F3A78-7C31-8CCE-F0A0-AE449079EFD8}"/>
              </a:ext>
            </a:extLst>
          </p:cNvPr>
          <p:cNvSpPr/>
          <p:nvPr/>
        </p:nvSpPr>
        <p:spPr>
          <a:xfrm rot="20780835">
            <a:off x="9972273" y="35999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2" name="Star: 5 Points 201">
            <a:extLst>
              <a:ext uri="{FF2B5EF4-FFF2-40B4-BE49-F238E27FC236}">
                <a16:creationId xmlns:a16="http://schemas.microsoft.com/office/drawing/2014/main" id="{754D9C32-548D-8910-B1C1-EEF70226FA37}"/>
              </a:ext>
            </a:extLst>
          </p:cNvPr>
          <p:cNvSpPr/>
          <p:nvPr/>
        </p:nvSpPr>
        <p:spPr>
          <a:xfrm rot="20780835">
            <a:off x="10265327" y="31287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3" name="Star: 5 Points 202">
            <a:extLst>
              <a:ext uri="{FF2B5EF4-FFF2-40B4-BE49-F238E27FC236}">
                <a16:creationId xmlns:a16="http://schemas.microsoft.com/office/drawing/2014/main" id="{FF8000F0-F4A8-7724-63A4-82E26CAB0356}"/>
              </a:ext>
            </a:extLst>
          </p:cNvPr>
          <p:cNvSpPr/>
          <p:nvPr/>
        </p:nvSpPr>
        <p:spPr>
          <a:xfrm rot="20780835">
            <a:off x="10558381" y="26923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3E2B9453-4999-8A8D-183F-79C98EE144C1}"/>
              </a:ext>
            </a:extLst>
          </p:cNvPr>
          <p:cNvSpPr/>
          <p:nvPr/>
        </p:nvSpPr>
        <p:spPr>
          <a:xfrm rot="20780835">
            <a:off x="6417628" y="32733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810E6D9B-D607-8664-C015-F27112716A43}"/>
              </a:ext>
            </a:extLst>
          </p:cNvPr>
          <p:cNvSpPr/>
          <p:nvPr/>
        </p:nvSpPr>
        <p:spPr>
          <a:xfrm rot="20780835">
            <a:off x="6710682" y="28370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552B41BD-98DE-6E11-2801-A9A21FAFF00E}"/>
              </a:ext>
            </a:extLst>
          </p:cNvPr>
          <p:cNvSpPr/>
          <p:nvPr/>
        </p:nvSpPr>
        <p:spPr>
          <a:xfrm rot="20780835">
            <a:off x="8826721" y="284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4D7160AF-1E35-567A-8E58-4562630C9097}"/>
              </a:ext>
            </a:extLst>
          </p:cNvPr>
          <p:cNvSpPr/>
          <p:nvPr/>
        </p:nvSpPr>
        <p:spPr>
          <a:xfrm rot="20780835">
            <a:off x="11690324" y="33399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12F6E091-3372-7D30-3B63-C84BCF889233}"/>
              </a:ext>
            </a:extLst>
          </p:cNvPr>
          <p:cNvSpPr/>
          <p:nvPr/>
        </p:nvSpPr>
        <p:spPr>
          <a:xfrm rot="20780835">
            <a:off x="11983378" y="28687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767CC319-D10F-BF7D-B727-8975595E64A4}"/>
              </a:ext>
            </a:extLst>
          </p:cNvPr>
          <p:cNvSpPr/>
          <p:nvPr/>
        </p:nvSpPr>
        <p:spPr>
          <a:xfrm rot="20780835">
            <a:off x="11109201" y="35944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0" name="Star: 5 Points 209">
            <a:extLst>
              <a:ext uri="{FF2B5EF4-FFF2-40B4-BE49-F238E27FC236}">
                <a16:creationId xmlns:a16="http://schemas.microsoft.com/office/drawing/2014/main" id="{23EEACE8-0A1F-BE73-3326-C88FC5D554B6}"/>
              </a:ext>
            </a:extLst>
          </p:cNvPr>
          <p:cNvSpPr/>
          <p:nvPr/>
        </p:nvSpPr>
        <p:spPr>
          <a:xfrm rot="20780835">
            <a:off x="11402255" y="315808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BE1FE6F2-1BEE-8487-193D-CD032FC74DC1}"/>
              </a:ext>
            </a:extLst>
          </p:cNvPr>
          <p:cNvSpPr/>
          <p:nvPr/>
        </p:nvSpPr>
        <p:spPr>
          <a:xfrm rot="20780835">
            <a:off x="9833688" y="37717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2" name="Star: 5 Points 211">
            <a:extLst>
              <a:ext uri="{FF2B5EF4-FFF2-40B4-BE49-F238E27FC236}">
                <a16:creationId xmlns:a16="http://schemas.microsoft.com/office/drawing/2014/main" id="{45E90294-1853-912C-A46D-1D7AA7DFF672}"/>
              </a:ext>
            </a:extLst>
          </p:cNvPr>
          <p:cNvSpPr/>
          <p:nvPr/>
        </p:nvSpPr>
        <p:spPr>
          <a:xfrm rot="20780835">
            <a:off x="7680037" y="3148145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3" name="Star: 5 Points 212">
            <a:extLst>
              <a:ext uri="{FF2B5EF4-FFF2-40B4-BE49-F238E27FC236}">
                <a16:creationId xmlns:a16="http://schemas.microsoft.com/office/drawing/2014/main" id="{866A06E3-AE08-BE7A-2210-EA9795F9A945}"/>
              </a:ext>
            </a:extLst>
          </p:cNvPr>
          <p:cNvSpPr/>
          <p:nvPr/>
        </p:nvSpPr>
        <p:spPr>
          <a:xfrm rot="20780835">
            <a:off x="14501258" y="358452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4" name="Star: 5 Points 213">
            <a:extLst>
              <a:ext uri="{FF2B5EF4-FFF2-40B4-BE49-F238E27FC236}">
                <a16:creationId xmlns:a16="http://schemas.microsoft.com/office/drawing/2014/main" id="{CADCA378-6B89-7AE7-7746-CE3913824911}"/>
              </a:ext>
            </a:extLst>
          </p:cNvPr>
          <p:cNvSpPr/>
          <p:nvPr/>
        </p:nvSpPr>
        <p:spPr>
          <a:xfrm rot="20780835">
            <a:off x="14794312" y="311327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5" name="Star: 5 Points 214">
            <a:extLst>
              <a:ext uri="{FF2B5EF4-FFF2-40B4-BE49-F238E27FC236}">
                <a16:creationId xmlns:a16="http://schemas.microsoft.com/office/drawing/2014/main" id="{F4A9E9AE-AB83-A5C3-710E-21FB6C941F45}"/>
              </a:ext>
            </a:extLst>
          </p:cNvPr>
          <p:cNvSpPr/>
          <p:nvPr/>
        </p:nvSpPr>
        <p:spPr>
          <a:xfrm rot="20780835">
            <a:off x="10653559" y="372920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6" name="Star: 5 Points 215">
            <a:extLst>
              <a:ext uri="{FF2B5EF4-FFF2-40B4-BE49-F238E27FC236}">
                <a16:creationId xmlns:a16="http://schemas.microsoft.com/office/drawing/2014/main" id="{E42D616C-BA5B-DB19-2ADD-D164B0108DF1}"/>
              </a:ext>
            </a:extLst>
          </p:cNvPr>
          <p:cNvSpPr/>
          <p:nvPr/>
        </p:nvSpPr>
        <p:spPr>
          <a:xfrm rot="20780835">
            <a:off x="10946613" y="32579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B9259E0E-9B70-882E-F46E-2BCDFC8234D4}"/>
              </a:ext>
            </a:extLst>
          </p:cNvPr>
          <p:cNvSpPr/>
          <p:nvPr/>
        </p:nvSpPr>
        <p:spPr>
          <a:xfrm rot="20780835">
            <a:off x="6805860" y="3873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A7D139C3-C56F-EE31-8DFA-FF7359724E9B}"/>
              </a:ext>
            </a:extLst>
          </p:cNvPr>
          <p:cNvSpPr/>
          <p:nvPr/>
        </p:nvSpPr>
        <p:spPr>
          <a:xfrm rot="20780835">
            <a:off x="7098914" y="34026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E175294B-6EBA-D139-8A19-59285F657C2F}"/>
              </a:ext>
            </a:extLst>
          </p:cNvPr>
          <p:cNvSpPr/>
          <p:nvPr/>
        </p:nvSpPr>
        <p:spPr>
          <a:xfrm rot="20780835">
            <a:off x="12407879" y="35453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0" name="Star: 5 Points 219">
            <a:extLst>
              <a:ext uri="{FF2B5EF4-FFF2-40B4-BE49-F238E27FC236}">
                <a16:creationId xmlns:a16="http://schemas.microsoft.com/office/drawing/2014/main" id="{1F10CB5D-29EE-4EFB-F2E3-3B4DE0D14D2D}"/>
              </a:ext>
            </a:extLst>
          </p:cNvPr>
          <p:cNvSpPr/>
          <p:nvPr/>
        </p:nvSpPr>
        <p:spPr>
          <a:xfrm rot="20780835">
            <a:off x="15381401" y="41264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1" name="Star: 5 Points 220">
            <a:extLst>
              <a:ext uri="{FF2B5EF4-FFF2-40B4-BE49-F238E27FC236}">
                <a16:creationId xmlns:a16="http://schemas.microsoft.com/office/drawing/2014/main" id="{7652F645-E572-D0F2-AA81-A8C2462E851E}"/>
              </a:ext>
            </a:extLst>
          </p:cNvPr>
          <p:cNvSpPr/>
          <p:nvPr/>
        </p:nvSpPr>
        <p:spPr>
          <a:xfrm rot="20780835">
            <a:off x="15674455" y="36551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2" name="Star: 5 Points 221">
            <a:extLst>
              <a:ext uri="{FF2B5EF4-FFF2-40B4-BE49-F238E27FC236}">
                <a16:creationId xmlns:a16="http://schemas.microsoft.com/office/drawing/2014/main" id="{5ED9074E-0651-D367-D9D6-0A6A0EE148D0}"/>
              </a:ext>
            </a:extLst>
          </p:cNvPr>
          <p:cNvSpPr/>
          <p:nvPr/>
        </p:nvSpPr>
        <p:spPr>
          <a:xfrm rot="20780835">
            <a:off x="15967509" y="32187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3" name="Star: 5 Points 222">
            <a:extLst>
              <a:ext uri="{FF2B5EF4-FFF2-40B4-BE49-F238E27FC236}">
                <a16:creationId xmlns:a16="http://schemas.microsoft.com/office/drawing/2014/main" id="{7C7BFD0D-0722-2670-4BC0-770527B72A89}"/>
              </a:ext>
            </a:extLst>
          </p:cNvPr>
          <p:cNvSpPr/>
          <p:nvPr/>
        </p:nvSpPr>
        <p:spPr>
          <a:xfrm rot="20780835">
            <a:off x="11826756" y="37998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4" name="Star: 5 Points 223">
            <a:extLst>
              <a:ext uri="{FF2B5EF4-FFF2-40B4-BE49-F238E27FC236}">
                <a16:creationId xmlns:a16="http://schemas.microsoft.com/office/drawing/2014/main" id="{7D9FC4B5-B0C1-B25C-4719-A44AE84576D4}"/>
              </a:ext>
            </a:extLst>
          </p:cNvPr>
          <p:cNvSpPr/>
          <p:nvPr/>
        </p:nvSpPr>
        <p:spPr>
          <a:xfrm rot="20780835">
            <a:off x="12119810" y="33634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5" name="Star: 5 Points 224">
            <a:extLst>
              <a:ext uri="{FF2B5EF4-FFF2-40B4-BE49-F238E27FC236}">
                <a16:creationId xmlns:a16="http://schemas.microsoft.com/office/drawing/2014/main" id="{725DB024-19FD-3090-E565-248D5700CC18}"/>
              </a:ext>
            </a:extLst>
          </p:cNvPr>
          <p:cNvSpPr/>
          <p:nvPr/>
        </p:nvSpPr>
        <p:spPr>
          <a:xfrm rot="20780835">
            <a:off x="14235849" y="33694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6" name="Star: 5 Points 225">
            <a:extLst>
              <a:ext uri="{FF2B5EF4-FFF2-40B4-BE49-F238E27FC236}">
                <a16:creationId xmlns:a16="http://schemas.microsoft.com/office/drawing/2014/main" id="{A2921DCD-EB48-2904-0216-716AB3908251}"/>
              </a:ext>
            </a:extLst>
          </p:cNvPr>
          <p:cNvSpPr/>
          <p:nvPr/>
        </p:nvSpPr>
        <p:spPr>
          <a:xfrm rot="20780835">
            <a:off x="17099452" y="38664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7" name="Star: 5 Points 226">
            <a:extLst>
              <a:ext uri="{FF2B5EF4-FFF2-40B4-BE49-F238E27FC236}">
                <a16:creationId xmlns:a16="http://schemas.microsoft.com/office/drawing/2014/main" id="{32BF6F37-2BB9-8CAD-17EA-8054503AED0D}"/>
              </a:ext>
            </a:extLst>
          </p:cNvPr>
          <p:cNvSpPr/>
          <p:nvPr/>
        </p:nvSpPr>
        <p:spPr>
          <a:xfrm rot="20780835">
            <a:off x="17392506" y="3395176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8" name="Star: 5 Points 227">
            <a:extLst>
              <a:ext uri="{FF2B5EF4-FFF2-40B4-BE49-F238E27FC236}">
                <a16:creationId xmlns:a16="http://schemas.microsoft.com/office/drawing/2014/main" id="{7336C94E-AF1F-8718-444A-BB270F629EA8}"/>
              </a:ext>
            </a:extLst>
          </p:cNvPr>
          <p:cNvSpPr/>
          <p:nvPr/>
        </p:nvSpPr>
        <p:spPr>
          <a:xfrm rot="20780835">
            <a:off x="16518329" y="41209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9" name="Star: 5 Points 228">
            <a:extLst>
              <a:ext uri="{FF2B5EF4-FFF2-40B4-BE49-F238E27FC236}">
                <a16:creationId xmlns:a16="http://schemas.microsoft.com/office/drawing/2014/main" id="{036EFDFE-4BE4-C21B-6F46-01808208993D}"/>
              </a:ext>
            </a:extLst>
          </p:cNvPr>
          <p:cNvSpPr/>
          <p:nvPr/>
        </p:nvSpPr>
        <p:spPr>
          <a:xfrm rot="20780835">
            <a:off x="16811383" y="368453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0" name="Star: 5 Points 229">
            <a:extLst>
              <a:ext uri="{FF2B5EF4-FFF2-40B4-BE49-F238E27FC236}">
                <a16:creationId xmlns:a16="http://schemas.microsoft.com/office/drawing/2014/main" id="{EDA77D5A-6826-0DFF-AB57-71DC10EC59FC}"/>
              </a:ext>
            </a:extLst>
          </p:cNvPr>
          <p:cNvSpPr/>
          <p:nvPr/>
        </p:nvSpPr>
        <p:spPr>
          <a:xfrm rot="20780835">
            <a:off x="4312218" y="87763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1" name="Star: 5 Points 230">
            <a:extLst>
              <a:ext uri="{FF2B5EF4-FFF2-40B4-BE49-F238E27FC236}">
                <a16:creationId xmlns:a16="http://schemas.microsoft.com/office/drawing/2014/main" id="{1B2AE8ED-D3B7-6417-E005-5026076F39A9}"/>
              </a:ext>
            </a:extLst>
          </p:cNvPr>
          <p:cNvSpPr/>
          <p:nvPr/>
        </p:nvSpPr>
        <p:spPr>
          <a:xfrm rot="20780835">
            <a:off x="2158567" y="81526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2" name="Star: 5 Points 231">
            <a:extLst>
              <a:ext uri="{FF2B5EF4-FFF2-40B4-BE49-F238E27FC236}">
                <a16:creationId xmlns:a16="http://schemas.microsoft.com/office/drawing/2014/main" id="{354B0817-1B05-A0D2-3827-36D6F6B8C61D}"/>
              </a:ext>
            </a:extLst>
          </p:cNvPr>
          <p:cNvSpPr/>
          <p:nvPr/>
        </p:nvSpPr>
        <p:spPr>
          <a:xfrm rot="20780835">
            <a:off x="8979788" y="85890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3" name="Star: 5 Points 232">
            <a:extLst>
              <a:ext uri="{FF2B5EF4-FFF2-40B4-BE49-F238E27FC236}">
                <a16:creationId xmlns:a16="http://schemas.microsoft.com/office/drawing/2014/main" id="{60861E1B-9ADD-5EE2-D36B-263CF2F935AB}"/>
              </a:ext>
            </a:extLst>
          </p:cNvPr>
          <p:cNvSpPr/>
          <p:nvPr/>
        </p:nvSpPr>
        <p:spPr>
          <a:xfrm rot="20780835">
            <a:off x="9272842" y="8117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4" name="Star: 5 Points 233">
            <a:extLst>
              <a:ext uri="{FF2B5EF4-FFF2-40B4-BE49-F238E27FC236}">
                <a16:creationId xmlns:a16="http://schemas.microsoft.com/office/drawing/2014/main" id="{8C621B01-871A-8AC6-8015-8609B8FAC3EC}"/>
              </a:ext>
            </a:extLst>
          </p:cNvPr>
          <p:cNvSpPr/>
          <p:nvPr/>
        </p:nvSpPr>
        <p:spPr>
          <a:xfrm rot="20780835">
            <a:off x="5132089" y="87337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5" name="Star: 5 Points 234">
            <a:extLst>
              <a:ext uri="{FF2B5EF4-FFF2-40B4-BE49-F238E27FC236}">
                <a16:creationId xmlns:a16="http://schemas.microsoft.com/office/drawing/2014/main" id="{3AB18138-2742-2F26-9B2E-D98AE921EF85}"/>
              </a:ext>
            </a:extLst>
          </p:cNvPr>
          <p:cNvSpPr/>
          <p:nvPr/>
        </p:nvSpPr>
        <p:spPr>
          <a:xfrm rot="20780835">
            <a:off x="5425143" y="82625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6" name="Star: 5 Points 235">
            <a:extLst>
              <a:ext uri="{FF2B5EF4-FFF2-40B4-BE49-F238E27FC236}">
                <a16:creationId xmlns:a16="http://schemas.microsoft.com/office/drawing/2014/main" id="{78C0AFAF-5CA7-3B6B-FC03-EC6D9FDDB034}"/>
              </a:ext>
            </a:extLst>
          </p:cNvPr>
          <p:cNvSpPr/>
          <p:nvPr/>
        </p:nvSpPr>
        <p:spPr>
          <a:xfrm rot="20780835">
            <a:off x="1284390" y="8878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7" name="Star: 5 Points 236">
            <a:extLst>
              <a:ext uri="{FF2B5EF4-FFF2-40B4-BE49-F238E27FC236}">
                <a16:creationId xmlns:a16="http://schemas.microsoft.com/office/drawing/2014/main" id="{B7AAB318-AF57-DCAD-6B1F-F01C06FFD45D}"/>
              </a:ext>
            </a:extLst>
          </p:cNvPr>
          <p:cNvSpPr/>
          <p:nvPr/>
        </p:nvSpPr>
        <p:spPr>
          <a:xfrm rot="20780835">
            <a:off x="1573648" y="8375475"/>
            <a:ext cx="261514" cy="10035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8" name="Star: 5 Points 237">
            <a:extLst>
              <a:ext uri="{FF2B5EF4-FFF2-40B4-BE49-F238E27FC236}">
                <a16:creationId xmlns:a16="http://schemas.microsoft.com/office/drawing/2014/main" id="{3E229E75-F832-945F-B1D1-8F3EA177D35E}"/>
              </a:ext>
            </a:extLst>
          </p:cNvPr>
          <p:cNvSpPr/>
          <p:nvPr/>
        </p:nvSpPr>
        <p:spPr>
          <a:xfrm rot="20780835">
            <a:off x="6886409" y="8549899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9" name="Star: 5 Points 238">
            <a:extLst>
              <a:ext uri="{FF2B5EF4-FFF2-40B4-BE49-F238E27FC236}">
                <a16:creationId xmlns:a16="http://schemas.microsoft.com/office/drawing/2014/main" id="{9B62CA10-2E1C-B1F0-E3FA-1D7E038B75FC}"/>
              </a:ext>
            </a:extLst>
          </p:cNvPr>
          <p:cNvSpPr/>
          <p:nvPr/>
        </p:nvSpPr>
        <p:spPr>
          <a:xfrm rot="20780835">
            <a:off x="9859931" y="91309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0" name="Star: 5 Points 239">
            <a:extLst>
              <a:ext uri="{FF2B5EF4-FFF2-40B4-BE49-F238E27FC236}">
                <a16:creationId xmlns:a16="http://schemas.microsoft.com/office/drawing/2014/main" id="{3EEF2A29-F282-15E4-B8D1-D198E292EE4C}"/>
              </a:ext>
            </a:extLst>
          </p:cNvPr>
          <p:cNvSpPr/>
          <p:nvPr/>
        </p:nvSpPr>
        <p:spPr>
          <a:xfrm rot="20780835">
            <a:off x="10152985" y="8659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1" name="Star: 5 Points 240">
            <a:extLst>
              <a:ext uri="{FF2B5EF4-FFF2-40B4-BE49-F238E27FC236}">
                <a16:creationId xmlns:a16="http://schemas.microsoft.com/office/drawing/2014/main" id="{F37FDC1A-826E-93DD-B5EB-B621409B06C3}"/>
              </a:ext>
            </a:extLst>
          </p:cNvPr>
          <p:cNvSpPr/>
          <p:nvPr/>
        </p:nvSpPr>
        <p:spPr>
          <a:xfrm rot="20780835">
            <a:off x="10446039" y="8223330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2" name="Star: 5 Points 241">
            <a:extLst>
              <a:ext uri="{FF2B5EF4-FFF2-40B4-BE49-F238E27FC236}">
                <a16:creationId xmlns:a16="http://schemas.microsoft.com/office/drawing/2014/main" id="{327FC421-67FD-4961-4500-B51095DAC8B8}"/>
              </a:ext>
            </a:extLst>
          </p:cNvPr>
          <p:cNvSpPr/>
          <p:nvPr/>
        </p:nvSpPr>
        <p:spPr>
          <a:xfrm rot="20780835">
            <a:off x="6305286" y="8804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3" name="Star: 5 Points 242">
            <a:extLst>
              <a:ext uri="{FF2B5EF4-FFF2-40B4-BE49-F238E27FC236}">
                <a16:creationId xmlns:a16="http://schemas.microsoft.com/office/drawing/2014/main" id="{D25AFF0D-58D9-51CB-9D41-0204C627208B}"/>
              </a:ext>
            </a:extLst>
          </p:cNvPr>
          <p:cNvSpPr/>
          <p:nvPr/>
        </p:nvSpPr>
        <p:spPr>
          <a:xfrm rot="20780835">
            <a:off x="6598340" y="83680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4" name="Star: 5 Points 243">
            <a:extLst>
              <a:ext uri="{FF2B5EF4-FFF2-40B4-BE49-F238E27FC236}">
                <a16:creationId xmlns:a16="http://schemas.microsoft.com/office/drawing/2014/main" id="{3B41537B-7093-43BA-89A3-0CF0FC58B95D}"/>
              </a:ext>
            </a:extLst>
          </p:cNvPr>
          <p:cNvSpPr/>
          <p:nvPr/>
        </p:nvSpPr>
        <p:spPr>
          <a:xfrm rot="20780835">
            <a:off x="8714379" y="83739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5" name="Star: 5 Points 244">
            <a:extLst>
              <a:ext uri="{FF2B5EF4-FFF2-40B4-BE49-F238E27FC236}">
                <a16:creationId xmlns:a16="http://schemas.microsoft.com/office/drawing/2014/main" id="{1AF3C284-BB1E-87A7-DFA3-9EE01E67D6CA}"/>
              </a:ext>
            </a:extLst>
          </p:cNvPr>
          <p:cNvSpPr/>
          <p:nvPr/>
        </p:nvSpPr>
        <p:spPr>
          <a:xfrm rot="20780835">
            <a:off x="11577982" y="88709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6" name="Star: 5 Points 245">
            <a:extLst>
              <a:ext uri="{FF2B5EF4-FFF2-40B4-BE49-F238E27FC236}">
                <a16:creationId xmlns:a16="http://schemas.microsoft.com/office/drawing/2014/main" id="{CDF9CB44-F402-014E-DA26-F3656F10E39B}"/>
              </a:ext>
            </a:extLst>
          </p:cNvPr>
          <p:cNvSpPr/>
          <p:nvPr/>
        </p:nvSpPr>
        <p:spPr>
          <a:xfrm rot="20780835">
            <a:off x="11871036" y="83997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7" name="Star: 5 Points 246">
            <a:extLst>
              <a:ext uri="{FF2B5EF4-FFF2-40B4-BE49-F238E27FC236}">
                <a16:creationId xmlns:a16="http://schemas.microsoft.com/office/drawing/2014/main" id="{14E6220A-E2CF-0974-1661-8BECB7352340}"/>
              </a:ext>
            </a:extLst>
          </p:cNvPr>
          <p:cNvSpPr/>
          <p:nvPr/>
        </p:nvSpPr>
        <p:spPr>
          <a:xfrm rot="20780835">
            <a:off x="10996859" y="9125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8" name="Star: 5 Points 247">
            <a:extLst>
              <a:ext uri="{FF2B5EF4-FFF2-40B4-BE49-F238E27FC236}">
                <a16:creationId xmlns:a16="http://schemas.microsoft.com/office/drawing/2014/main" id="{F5922840-80C1-1799-E8B0-57217540C421}"/>
              </a:ext>
            </a:extLst>
          </p:cNvPr>
          <p:cNvSpPr/>
          <p:nvPr/>
        </p:nvSpPr>
        <p:spPr>
          <a:xfrm rot="20780835">
            <a:off x="11289913" y="868908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9" name="Star: 5 Points 248">
            <a:extLst>
              <a:ext uri="{FF2B5EF4-FFF2-40B4-BE49-F238E27FC236}">
                <a16:creationId xmlns:a16="http://schemas.microsoft.com/office/drawing/2014/main" id="{A0069F18-F7FF-DCC3-98CA-29F1127DD742}"/>
              </a:ext>
            </a:extLst>
          </p:cNvPr>
          <p:cNvSpPr/>
          <p:nvPr/>
        </p:nvSpPr>
        <p:spPr>
          <a:xfrm rot="20780835">
            <a:off x="3413975" y="8525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0" name="Star: 5 Points 249">
            <a:extLst>
              <a:ext uri="{FF2B5EF4-FFF2-40B4-BE49-F238E27FC236}">
                <a16:creationId xmlns:a16="http://schemas.microsoft.com/office/drawing/2014/main" id="{80F6E4C0-CD17-9ACE-C50E-A3CA230C3530}"/>
              </a:ext>
            </a:extLst>
          </p:cNvPr>
          <p:cNvSpPr/>
          <p:nvPr/>
        </p:nvSpPr>
        <p:spPr>
          <a:xfrm rot="20780835">
            <a:off x="3707029" y="80891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1" name="Star: 5 Points 250">
            <a:extLst>
              <a:ext uri="{FF2B5EF4-FFF2-40B4-BE49-F238E27FC236}">
                <a16:creationId xmlns:a16="http://schemas.microsoft.com/office/drawing/2014/main" id="{26363C7E-D3FE-79A2-F134-D0948B78EB06}"/>
              </a:ext>
            </a:extLst>
          </p:cNvPr>
          <p:cNvSpPr/>
          <p:nvPr/>
        </p:nvSpPr>
        <p:spPr>
          <a:xfrm rot="20780835">
            <a:off x="4526900" y="80465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2" name="Star: 5 Points 251">
            <a:extLst>
              <a:ext uri="{FF2B5EF4-FFF2-40B4-BE49-F238E27FC236}">
                <a16:creationId xmlns:a16="http://schemas.microsoft.com/office/drawing/2014/main" id="{F465DF51-11CC-F992-997C-B437FE719D93}"/>
              </a:ext>
            </a:extLst>
          </p:cNvPr>
          <p:cNvSpPr/>
          <p:nvPr/>
        </p:nvSpPr>
        <p:spPr>
          <a:xfrm rot="20780835">
            <a:off x="6880051" y="80234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92D050"/>
              </a:solidFill>
            </a:endParaRPr>
          </a:p>
        </p:txBody>
      </p:sp>
      <p:sp>
        <p:nvSpPr>
          <p:cNvPr id="253" name="Star: 5 Points 252">
            <a:extLst>
              <a:ext uri="{FF2B5EF4-FFF2-40B4-BE49-F238E27FC236}">
                <a16:creationId xmlns:a16="http://schemas.microsoft.com/office/drawing/2014/main" id="{6475ED4D-1A32-D54D-6329-53E800B4D733}"/>
              </a:ext>
            </a:extLst>
          </p:cNvPr>
          <p:cNvSpPr/>
          <p:nvPr/>
        </p:nvSpPr>
        <p:spPr>
          <a:xfrm rot="20780835">
            <a:off x="10146627" y="81333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4" name="Star: 5 Points 253">
            <a:extLst>
              <a:ext uri="{FF2B5EF4-FFF2-40B4-BE49-F238E27FC236}">
                <a16:creationId xmlns:a16="http://schemas.microsoft.com/office/drawing/2014/main" id="{1604C141-D90F-F485-0643-05F27C6419DD}"/>
              </a:ext>
            </a:extLst>
          </p:cNvPr>
          <p:cNvSpPr/>
          <p:nvPr/>
        </p:nvSpPr>
        <p:spPr>
          <a:xfrm rot="20780835">
            <a:off x="6298928" y="827799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5" name="Star: 5 Points 254">
            <a:extLst>
              <a:ext uri="{FF2B5EF4-FFF2-40B4-BE49-F238E27FC236}">
                <a16:creationId xmlns:a16="http://schemas.microsoft.com/office/drawing/2014/main" id="{4F8D2F1B-0770-4D20-E78D-00551D049BEB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6" name="Star: 5 Points 255">
            <a:extLst>
              <a:ext uri="{FF2B5EF4-FFF2-40B4-BE49-F238E27FC236}">
                <a16:creationId xmlns:a16="http://schemas.microsoft.com/office/drawing/2014/main" id="{0EAFD70C-E67F-6CB0-D3AE-F83DA116D5C0}"/>
              </a:ext>
            </a:extLst>
          </p:cNvPr>
          <p:cNvSpPr/>
          <p:nvPr/>
        </p:nvSpPr>
        <p:spPr>
          <a:xfrm rot="20780835">
            <a:off x="9425242" y="827022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7" name="Star: 5 Points 256">
            <a:extLst>
              <a:ext uri="{FF2B5EF4-FFF2-40B4-BE49-F238E27FC236}">
                <a16:creationId xmlns:a16="http://schemas.microsoft.com/office/drawing/2014/main" id="{456A96FD-1A80-0982-9802-9276DC4D0BC3}"/>
              </a:ext>
            </a:extLst>
          </p:cNvPr>
          <p:cNvSpPr/>
          <p:nvPr/>
        </p:nvSpPr>
        <p:spPr>
          <a:xfrm rot="20780835">
            <a:off x="4938633" y="8912469"/>
            <a:ext cx="253942" cy="123560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8" name="Star: 5 Points 257">
            <a:extLst>
              <a:ext uri="{FF2B5EF4-FFF2-40B4-BE49-F238E27FC236}">
                <a16:creationId xmlns:a16="http://schemas.microsoft.com/office/drawing/2014/main" id="{EBEC27F9-BE51-D7A2-7698-212A05EFF59A}"/>
              </a:ext>
            </a:extLst>
          </p:cNvPr>
          <p:cNvSpPr/>
          <p:nvPr/>
        </p:nvSpPr>
        <p:spPr>
          <a:xfrm rot="20780835">
            <a:off x="10598439" y="8375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9" name="Star: 5 Points 258">
            <a:extLst>
              <a:ext uri="{FF2B5EF4-FFF2-40B4-BE49-F238E27FC236}">
                <a16:creationId xmlns:a16="http://schemas.microsoft.com/office/drawing/2014/main" id="{4D8C72AF-C3C7-35C0-0180-11B9110BAB18}"/>
              </a:ext>
            </a:extLst>
          </p:cNvPr>
          <p:cNvSpPr/>
          <p:nvPr/>
        </p:nvSpPr>
        <p:spPr>
          <a:xfrm rot="20780835">
            <a:off x="6750740" y="85204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0" name="Star: 5 Points 259">
            <a:extLst>
              <a:ext uri="{FF2B5EF4-FFF2-40B4-BE49-F238E27FC236}">
                <a16:creationId xmlns:a16="http://schemas.microsoft.com/office/drawing/2014/main" id="{16AC1D62-B7F0-3F75-C2C3-F02888E5340B}"/>
              </a:ext>
            </a:extLst>
          </p:cNvPr>
          <p:cNvSpPr/>
          <p:nvPr/>
        </p:nvSpPr>
        <p:spPr>
          <a:xfrm rot="20780835">
            <a:off x="8866779" y="8526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1" name="Star: 5 Points 260">
            <a:extLst>
              <a:ext uri="{FF2B5EF4-FFF2-40B4-BE49-F238E27FC236}">
                <a16:creationId xmlns:a16="http://schemas.microsoft.com/office/drawing/2014/main" id="{B4B243F9-9F86-74A5-89E8-BBAAA14A1E88}"/>
              </a:ext>
            </a:extLst>
          </p:cNvPr>
          <p:cNvSpPr/>
          <p:nvPr/>
        </p:nvSpPr>
        <p:spPr>
          <a:xfrm rot="20780835">
            <a:off x="13841450" y="9484078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2" name="Star: 5 Points 261">
            <a:extLst>
              <a:ext uri="{FF2B5EF4-FFF2-40B4-BE49-F238E27FC236}">
                <a16:creationId xmlns:a16="http://schemas.microsoft.com/office/drawing/2014/main" id="{D382836D-3019-FBB7-FAE7-EC53AAAA184D}"/>
              </a:ext>
            </a:extLst>
          </p:cNvPr>
          <p:cNvSpPr/>
          <p:nvPr/>
        </p:nvSpPr>
        <p:spPr>
          <a:xfrm rot="20780835">
            <a:off x="13993850" y="96364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4" name="Star: 5 Points 263">
            <a:extLst>
              <a:ext uri="{FF2B5EF4-FFF2-40B4-BE49-F238E27FC236}">
                <a16:creationId xmlns:a16="http://schemas.microsoft.com/office/drawing/2014/main" id="{CF70DCC0-FDA4-068C-573C-E96F900B510F}"/>
              </a:ext>
            </a:extLst>
          </p:cNvPr>
          <p:cNvSpPr/>
          <p:nvPr/>
        </p:nvSpPr>
        <p:spPr>
          <a:xfrm rot="20780835">
            <a:off x="15254283" y="8533059"/>
            <a:ext cx="164900" cy="13783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5" name="Star: 5 Points 264">
            <a:extLst>
              <a:ext uri="{FF2B5EF4-FFF2-40B4-BE49-F238E27FC236}">
                <a16:creationId xmlns:a16="http://schemas.microsoft.com/office/drawing/2014/main" id="{F8F967E1-7A56-2C7F-39DA-2BC5A20FE7EB}"/>
              </a:ext>
            </a:extLst>
          </p:cNvPr>
          <p:cNvSpPr/>
          <p:nvPr/>
        </p:nvSpPr>
        <p:spPr>
          <a:xfrm rot="20780835">
            <a:off x="15032364" y="9264205"/>
            <a:ext cx="164900" cy="13566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6" name="Star: 5 Points 265">
            <a:extLst>
              <a:ext uri="{FF2B5EF4-FFF2-40B4-BE49-F238E27FC236}">
                <a16:creationId xmlns:a16="http://schemas.microsoft.com/office/drawing/2014/main" id="{D5126E58-AAB8-CBCE-5ED3-B4DB60504854}"/>
              </a:ext>
            </a:extLst>
          </p:cNvPr>
          <p:cNvSpPr/>
          <p:nvPr/>
        </p:nvSpPr>
        <p:spPr>
          <a:xfrm rot="20780835">
            <a:off x="16465693" y="8352043"/>
            <a:ext cx="94154" cy="45719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7" name="Star: 5 Points 266">
            <a:extLst>
              <a:ext uri="{FF2B5EF4-FFF2-40B4-BE49-F238E27FC236}">
                <a16:creationId xmlns:a16="http://schemas.microsoft.com/office/drawing/2014/main" id="{DC47977A-3241-686A-FC91-143981BC29E1}"/>
              </a:ext>
            </a:extLst>
          </p:cNvPr>
          <p:cNvSpPr/>
          <p:nvPr/>
        </p:nvSpPr>
        <p:spPr>
          <a:xfrm rot="20780835">
            <a:off x="17737643" y="70586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8" name="Star: 5 Points 267">
            <a:extLst>
              <a:ext uri="{FF2B5EF4-FFF2-40B4-BE49-F238E27FC236}">
                <a16:creationId xmlns:a16="http://schemas.microsoft.com/office/drawing/2014/main" id="{AE95537A-E906-C9ED-6322-89638F4FA2C8}"/>
              </a:ext>
            </a:extLst>
          </p:cNvPr>
          <p:cNvSpPr/>
          <p:nvPr/>
        </p:nvSpPr>
        <p:spPr>
          <a:xfrm rot="20780835">
            <a:off x="15857029" y="91434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9" name="Star: 5 Points 268">
            <a:extLst>
              <a:ext uri="{FF2B5EF4-FFF2-40B4-BE49-F238E27FC236}">
                <a16:creationId xmlns:a16="http://schemas.microsoft.com/office/drawing/2014/main" id="{2DD548A8-6AF7-EC25-F5F5-E222BA07E992}"/>
              </a:ext>
            </a:extLst>
          </p:cNvPr>
          <p:cNvSpPr/>
          <p:nvPr/>
        </p:nvSpPr>
        <p:spPr>
          <a:xfrm rot="20780835">
            <a:off x="16009429" y="92958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0" name="Star: 5 Points 269">
            <a:extLst>
              <a:ext uri="{FF2B5EF4-FFF2-40B4-BE49-F238E27FC236}">
                <a16:creationId xmlns:a16="http://schemas.microsoft.com/office/drawing/2014/main" id="{38CB483C-9006-782D-93F5-6501A1E41FBB}"/>
              </a:ext>
            </a:extLst>
          </p:cNvPr>
          <p:cNvSpPr/>
          <p:nvPr/>
        </p:nvSpPr>
        <p:spPr>
          <a:xfrm rot="20780835">
            <a:off x="17745701" y="87861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1" name="Star: 5 Points 270">
            <a:extLst>
              <a:ext uri="{FF2B5EF4-FFF2-40B4-BE49-F238E27FC236}">
                <a16:creationId xmlns:a16="http://schemas.microsoft.com/office/drawing/2014/main" id="{16D6CBF9-2370-439D-1876-05038BC9D58B}"/>
              </a:ext>
            </a:extLst>
          </p:cNvPr>
          <p:cNvSpPr/>
          <p:nvPr/>
        </p:nvSpPr>
        <p:spPr>
          <a:xfrm rot="20780835">
            <a:off x="16314229" y="9600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2" name="Star: 5 Points 271">
            <a:extLst>
              <a:ext uri="{FF2B5EF4-FFF2-40B4-BE49-F238E27FC236}">
                <a16:creationId xmlns:a16="http://schemas.microsoft.com/office/drawing/2014/main" id="{73147349-0B8E-E234-0891-DCEFE5A9E79D}"/>
              </a:ext>
            </a:extLst>
          </p:cNvPr>
          <p:cNvSpPr/>
          <p:nvPr/>
        </p:nvSpPr>
        <p:spPr>
          <a:xfrm rot="20780835">
            <a:off x="16466629" y="97530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7" name="Star: 5 Points 276">
            <a:extLst>
              <a:ext uri="{FF2B5EF4-FFF2-40B4-BE49-F238E27FC236}">
                <a16:creationId xmlns:a16="http://schemas.microsoft.com/office/drawing/2014/main" id="{D0006D1E-1A13-CEBA-B9D5-A2E72F61E72F}"/>
              </a:ext>
            </a:extLst>
          </p:cNvPr>
          <p:cNvSpPr/>
          <p:nvPr/>
        </p:nvSpPr>
        <p:spPr>
          <a:xfrm rot="20780835">
            <a:off x="8128793" y="210182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8" name="Star: 5 Points 277">
            <a:extLst>
              <a:ext uri="{FF2B5EF4-FFF2-40B4-BE49-F238E27FC236}">
                <a16:creationId xmlns:a16="http://schemas.microsoft.com/office/drawing/2014/main" id="{4966103E-CB07-51A3-0F93-8C2ECD886F42}"/>
              </a:ext>
            </a:extLst>
          </p:cNvPr>
          <p:cNvSpPr/>
          <p:nvPr/>
        </p:nvSpPr>
        <p:spPr>
          <a:xfrm rot="20780835">
            <a:off x="2407831" y="33690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279" name="Star: 5 Points 278">
            <a:extLst>
              <a:ext uri="{FF2B5EF4-FFF2-40B4-BE49-F238E27FC236}">
                <a16:creationId xmlns:a16="http://schemas.microsoft.com/office/drawing/2014/main" id="{3B847127-4A78-2FE8-DE70-AE8D38106DDE}"/>
              </a:ext>
            </a:extLst>
          </p:cNvPr>
          <p:cNvSpPr/>
          <p:nvPr/>
        </p:nvSpPr>
        <p:spPr>
          <a:xfrm rot="20780835">
            <a:off x="1940694" y="54513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0" name="Star: 5 Points 279">
            <a:extLst>
              <a:ext uri="{FF2B5EF4-FFF2-40B4-BE49-F238E27FC236}">
                <a16:creationId xmlns:a16="http://schemas.microsoft.com/office/drawing/2014/main" id="{309A12E1-E5C1-556B-43F9-F6C3254DB2DD}"/>
              </a:ext>
            </a:extLst>
          </p:cNvPr>
          <p:cNvSpPr/>
          <p:nvPr/>
        </p:nvSpPr>
        <p:spPr>
          <a:xfrm rot="20780835">
            <a:off x="2790418" y="5128707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983A59AB-959E-8D04-5D2F-5DDD73C06BEE}"/>
              </a:ext>
            </a:extLst>
          </p:cNvPr>
          <p:cNvSpPr/>
          <p:nvPr/>
        </p:nvSpPr>
        <p:spPr>
          <a:xfrm rot="20780835">
            <a:off x="1533654" y="4094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2" name="Star: 5 Points 281">
            <a:extLst>
              <a:ext uri="{FF2B5EF4-FFF2-40B4-BE49-F238E27FC236}">
                <a16:creationId xmlns:a16="http://schemas.microsoft.com/office/drawing/2014/main" id="{722CD727-600C-E505-280C-223D56FE0F41}"/>
              </a:ext>
            </a:extLst>
          </p:cNvPr>
          <p:cNvSpPr/>
          <p:nvPr/>
        </p:nvSpPr>
        <p:spPr>
          <a:xfrm rot="20780835">
            <a:off x="1826708" y="36235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3" name="Star: 5 Points 282">
            <a:extLst>
              <a:ext uri="{FF2B5EF4-FFF2-40B4-BE49-F238E27FC236}">
                <a16:creationId xmlns:a16="http://schemas.microsoft.com/office/drawing/2014/main" id="{2B5ED950-05C4-EC2A-260F-AC66C709FBDB}"/>
              </a:ext>
            </a:extLst>
          </p:cNvPr>
          <p:cNvSpPr/>
          <p:nvPr/>
        </p:nvSpPr>
        <p:spPr>
          <a:xfrm rot="20780835">
            <a:off x="2270909" y="44873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4" name="Star: 5 Points 283">
            <a:extLst>
              <a:ext uri="{FF2B5EF4-FFF2-40B4-BE49-F238E27FC236}">
                <a16:creationId xmlns:a16="http://schemas.microsoft.com/office/drawing/2014/main" id="{3C3C6CD1-3120-106F-1005-03E3D9FF5624}"/>
              </a:ext>
            </a:extLst>
          </p:cNvPr>
          <p:cNvSpPr/>
          <p:nvPr/>
        </p:nvSpPr>
        <p:spPr>
          <a:xfrm rot="20780835">
            <a:off x="1689786" y="474182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5" name="Star: 5 Points 284">
            <a:extLst>
              <a:ext uri="{FF2B5EF4-FFF2-40B4-BE49-F238E27FC236}">
                <a16:creationId xmlns:a16="http://schemas.microsoft.com/office/drawing/2014/main" id="{67AF5D67-FB09-257A-A3C2-8845F14ED394}"/>
              </a:ext>
            </a:extLst>
          </p:cNvPr>
          <p:cNvSpPr/>
          <p:nvPr/>
        </p:nvSpPr>
        <p:spPr>
          <a:xfrm rot="20780835">
            <a:off x="4260255" y="33066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6" name="Star: 5 Points 285">
            <a:extLst>
              <a:ext uri="{FF2B5EF4-FFF2-40B4-BE49-F238E27FC236}">
                <a16:creationId xmlns:a16="http://schemas.microsoft.com/office/drawing/2014/main" id="{82F4AEF8-3D4F-DB49-15CE-42A84CD4A3EF}"/>
              </a:ext>
            </a:extLst>
          </p:cNvPr>
          <p:cNvSpPr/>
          <p:nvPr/>
        </p:nvSpPr>
        <p:spPr>
          <a:xfrm rot="20780835">
            <a:off x="4349788" y="55374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7" name="Star: 5 Points 286">
            <a:extLst>
              <a:ext uri="{FF2B5EF4-FFF2-40B4-BE49-F238E27FC236}">
                <a16:creationId xmlns:a16="http://schemas.microsoft.com/office/drawing/2014/main" id="{C4BBD85B-50A4-C66F-84B0-C0CE4C1C91ED}"/>
              </a:ext>
            </a:extLst>
          </p:cNvPr>
          <p:cNvSpPr/>
          <p:nvPr/>
        </p:nvSpPr>
        <p:spPr>
          <a:xfrm rot="20780835">
            <a:off x="4537382" y="4994989"/>
            <a:ext cx="261832" cy="16362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8" name="Star: 5 Points 287">
            <a:extLst>
              <a:ext uri="{FF2B5EF4-FFF2-40B4-BE49-F238E27FC236}">
                <a16:creationId xmlns:a16="http://schemas.microsoft.com/office/drawing/2014/main" id="{535B2F5E-78B8-E6E5-1C01-5C41FF39A1E5}"/>
              </a:ext>
            </a:extLst>
          </p:cNvPr>
          <p:cNvSpPr/>
          <p:nvPr/>
        </p:nvSpPr>
        <p:spPr>
          <a:xfrm rot="20780835">
            <a:off x="3386078" y="40323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9" name="Star: 5 Points 288">
            <a:extLst>
              <a:ext uri="{FF2B5EF4-FFF2-40B4-BE49-F238E27FC236}">
                <a16:creationId xmlns:a16="http://schemas.microsoft.com/office/drawing/2014/main" id="{1749725C-DF8D-06AB-092D-88110D3D1F82}"/>
              </a:ext>
            </a:extLst>
          </p:cNvPr>
          <p:cNvSpPr/>
          <p:nvPr/>
        </p:nvSpPr>
        <p:spPr>
          <a:xfrm rot="20780835">
            <a:off x="3679132" y="35611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0" name="Star: 5 Points 289">
            <a:extLst>
              <a:ext uri="{FF2B5EF4-FFF2-40B4-BE49-F238E27FC236}">
                <a16:creationId xmlns:a16="http://schemas.microsoft.com/office/drawing/2014/main" id="{735C0FC1-DDAF-46C9-2B1C-DFC0D7014EC7}"/>
              </a:ext>
            </a:extLst>
          </p:cNvPr>
          <p:cNvSpPr/>
          <p:nvPr/>
        </p:nvSpPr>
        <p:spPr>
          <a:xfrm rot="20780835">
            <a:off x="4123333" y="44248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1" name="Star: 5 Points 290">
            <a:extLst>
              <a:ext uri="{FF2B5EF4-FFF2-40B4-BE49-F238E27FC236}">
                <a16:creationId xmlns:a16="http://schemas.microsoft.com/office/drawing/2014/main" id="{239EF714-3594-8560-455D-161E7827097D}"/>
              </a:ext>
            </a:extLst>
          </p:cNvPr>
          <p:cNvSpPr/>
          <p:nvPr/>
        </p:nvSpPr>
        <p:spPr>
          <a:xfrm rot="20780835">
            <a:off x="3542210" y="46793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2" name="Star: 5 Points 291">
            <a:extLst>
              <a:ext uri="{FF2B5EF4-FFF2-40B4-BE49-F238E27FC236}">
                <a16:creationId xmlns:a16="http://schemas.microsoft.com/office/drawing/2014/main" id="{2B7924AB-1A4B-FF70-9ACD-55EC8ACDFC6A}"/>
              </a:ext>
            </a:extLst>
          </p:cNvPr>
          <p:cNvSpPr/>
          <p:nvPr/>
        </p:nvSpPr>
        <p:spPr>
          <a:xfrm rot="20780835">
            <a:off x="739412" y="5954707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3" name="Star: 5 Points 292">
            <a:extLst>
              <a:ext uri="{FF2B5EF4-FFF2-40B4-BE49-F238E27FC236}">
                <a16:creationId xmlns:a16="http://schemas.microsoft.com/office/drawing/2014/main" id="{B42F6CF7-0E00-A4A6-6091-AA558F13C591}"/>
              </a:ext>
            </a:extLst>
          </p:cNvPr>
          <p:cNvSpPr/>
          <p:nvPr/>
        </p:nvSpPr>
        <p:spPr>
          <a:xfrm rot="20780835">
            <a:off x="3990714" y="6123213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4" name="Star: 5 Points 293">
            <a:extLst>
              <a:ext uri="{FF2B5EF4-FFF2-40B4-BE49-F238E27FC236}">
                <a16:creationId xmlns:a16="http://schemas.microsoft.com/office/drawing/2014/main" id="{1286955D-C6DE-6A11-ED96-0196EFD4D4DB}"/>
              </a:ext>
            </a:extLst>
          </p:cNvPr>
          <p:cNvSpPr/>
          <p:nvPr/>
        </p:nvSpPr>
        <p:spPr>
          <a:xfrm rot="20780835">
            <a:off x="2351322" y="1978002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5" name="Star: 5 Points 294">
            <a:extLst>
              <a:ext uri="{FF2B5EF4-FFF2-40B4-BE49-F238E27FC236}">
                <a16:creationId xmlns:a16="http://schemas.microsoft.com/office/drawing/2014/main" id="{244F65F5-9599-2D70-338A-1885CAB6A7CD}"/>
              </a:ext>
            </a:extLst>
          </p:cNvPr>
          <p:cNvSpPr/>
          <p:nvPr/>
        </p:nvSpPr>
        <p:spPr>
          <a:xfrm rot="20780835">
            <a:off x="2798671" y="608886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6" name="Star: 5 Points 295">
            <a:extLst>
              <a:ext uri="{FF2B5EF4-FFF2-40B4-BE49-F238E27FC236}">
                <a16:creationId xmlns:a16="http://schemas.microsoft.com/office/drawing/2014/main" id="{E5187D2D-0136-C403-ED57-6E3F5D8BED95}"/>
              </a:ext>
            </a:extLst>
          </p:cNvPr>
          <p:cNvSpPr/>
          <p:nvPr/>
        </p:nvSpPr>
        <p:spPr>
          <a:xfrm rot="20780835">
            <a:off x="3246020" y="-76023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7" name="Star: 5 Points 296">
            <a:extLst>
              <a:ext uri="{FF2B5EF4-FFF2-40B4-BE49-F238E27FC236}">
                <a16:creationId xmlns:a16="http://schemas.microsoft.com/office/drawing/2014/main" id="{706B9DD1-A816-4A2C-943C-66EF52FBB8E9}"/>
              </a:ext>
            </a:extLst>
          </p:cNvPr>
          <p:cNvSpPr/>
          <p:nvPr/>
        </p:nvSpPr>
        <p:spPr>
          <a:xfrm rot="20780835">
            <a:off x="418414" y="8693227"/>
            <a:ext cx="138949" cy="26560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8" name="Star: 5 Points 297">
            <a:extLst>
              <a:ext uri="{FF2B5EF4-FFF2-40B4-BE49-F238E27FC236}">
                <a16:creationId xmlns:a16="http://schemas.microsoft.com/office/drawing/2014/main" id="{0207A2BE-B03F-53C8-5C26-BC400057C0AB}"/>
              </a:ext>
            </a:extLst>
          </p:cNvPr>
          <p:cNvSpPr/>
          <p:nvPr/>
        </p:nvSpPr>
        <p:spPr>
          <a:xfrm rot="20780835">
            <a:off x="2229019" y="87887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9" name="Star: 5 Points 298">
            <a:extLst>
              <a:ext uri="{FF2B5EF4-FFF2-40B4-BE49-F238E27FC236}">
                <a16:creationId xmlns:a16="http://schemas.microsoft.com/office/drawing/2014/main" id="{4B04D095-AD94-1E8F-A73E-CCF5AAE97026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0" name="Star: 5 Points 299">
            <a:extLst>
              <a:ext uri="{FF2B5EF4-FFF2-40B4-BE49-F238E27FC236}">
                <a16:creationId xmlns:a16="http://schemas.microsoft.com/office/drawing/2014/main" id="{238FC6E0-69E5-034B-08CB-6499D9B6B973}"/>
              </a:ext>
            </a:extLst>
          </p:cNvPr>
          <p:cNvSpPr/>
          <p:nvPr/>
        </p:nvSpPr>
        <p:spPr>
          <a:xfrm rot="20780835">
            <a:off x="2463367" y="84574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1" name="Star: 5 Points 300">
            <a:extLst>
              <a:ext uri="{FF2B5EF4-FFF2-40B4-BE49-F238E27FC236}">
                <a16:creationId xmlns:a16="http://schemas.microsoft.com/office/drawing/2014/main" id="{8AD0E97C-0B78-100B-3E99-1156EC5F9695}"/>
              </a:ext>
            </a:extLst>
          </p:cNvPr>
          <p:cNvSpPr/>
          <p:nvPr/>
        </p:nvSpPr>
        <p:spPr>
          <a:xfrm rot="20780835">
            <a:off x="2232188" y="7402917"/>
            <a:ext cx="161528" cy="7891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2" name="Star: 5 Points 301">
            <a:extLst>
              <a:ext uri="{FF2B5EF4-FFF2-40B4-BE49-F238E27FC236}">
                <a16:creationId xmlns:a16="http://schemas.microsoft.com/office/drawing/2014/main" id="{D8D92380-FCA2-E313-03AE-2582A158D733}"/>
              </a:ext>
            </a:extLst>
          </p:cNvPr>
          <p:cNvSpPr/>
          <p:nvPr/>
        </p:nvSpPr>
        <p:spPr>
          <a:xfrm rot="20780835">
            <a:off x="11719535" y="5214283"/>
            <a:ext cx="204040" cy="1775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303" name="Star: 5 Points 302">
            <a:extLst>
              <a:ext uri="{FF2B5EF4-FFF2-40B4-BE49-F238E27FC236}">
                <a16:creationId xmlns:a16="http://schemas.microsoft.com/office/drawing/2014/main" id="{1E7FEFFA-4731-9598-A62B-FB1BCEF490F7}"/>
              </a:ext>
            </a:extLst>
          </p:cNvPr>
          <p:cNvSpPr/>
          <p:nvPr/>
        </p:nvSpPr>
        <p:spPr>
          <a:xfrm rot="20780835">
            <a:off x="8264557" y="50100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4" name="Star: 5 Points 303">
            <a:extLst>
              <a:ext uri="{FF2B5EF4-FFF2-40B4-BE49-F238E27FC236}">
                <a16:creationId xmlns:a16="http://schemas.microsoft.com/office/drawing/2014/main" id="{43A7C4F1-2B4C-D909-DAAE-8ED15F31B770}"/>
              </a:ext>
            </a:extLst>
          </p:cNvPr>
          <p:cNvSpPr/>
          <p:nvPr/>
        </p:nvSpPr>
        <p:spPr>
          <a:xfrm rot="20780835">
            <a:off x="9689554" y="5186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5" name="Star: 5 Points 304">
            <a:extLst>
              <a:ext uri="{FF2B5EF4-FFF2-40B4-BE49-F238E27FC236}">
                <a16:creationId xmlns:a16="http://schemas.microsoft.com/office/drawing/2014/main" id="{BF3D59DE-CC21-82E5-1DFF-625F9F0DEDAD}"/>
              </a:ext>
            </a:extLst>
          </p:cNvPr>
          <p:cNvSpPr/>
          <p:nvPr/>
        </p:nvSpPr>
        <p:spPr>
          <a:xfrm rot="20780835">
            <a:off x="9104818" y="51706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6" name="Star: 5 Points 305">
            <a:extLst>
              <a:ext uri="{FF2B5EF4-FFF2-40B4-BE49-F238E27FC236}">
                <a16:creationId xmlns:a16="http://schemas.microsoft.com/office/drawing/2014/main" id="{DA8CB213-43CD-3A5B-8713-D818E96B640C}"/>
              </a:ext>
            </a:extLst>
          </p:cNvPr>
          <p:cNvSpPr/>
          <p:nvPr/>
        </p:nvSpPr>
        <p:spPr>
          <a:xfrm rot="20780835">
            <a:off x="10241746" y="51651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7" name="Star: 5 Points 306">
            <a:extLst>
              <a:ext uri="{FF2B5EF4-FFF2-40B4-BE49-F238E27FC236}">
                <a16:creationId xmlns:a16="http://schemas.microsoft.com/office/drawing/2014/main" id="{5BB12F2E-5B62-6CAF-B774-E7022E1094AF}"/>
              </a:ext>
            </a:extLst>
          </p:cNvPr>
          <p:cNvSpPr/>
          <p:nvPr/>
        </p:nvSpPr>
        <p:spPr>
          <a:xfrm rot="20780835">
            <a:off x="14242625" y="51618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8" name="Star: 5 Points 307">
            <a:extLst>
              <a:ext uri="{FF2B5EF4-FFF2-40B4-BE49-F238E27FC236}">
                <a16:creationId xmlns:a16="http://schemas.microsoft.com/office/drawing/2014/main" id="{3F95FE75-4393-D3F6-EEC7-B64CD064C56E}"/>
              </a:ext>
            </a:extLst>
          </p:cNvPr>
          <p:cNvSpPr/>
          <p:nvPr/>
        </p:nvSpPr>
        <p:spPr>
          <a:xfrm rot="20780835">
            <a:off x="13348133" y="53074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9" name="Star: 5 Points 308">
            <a:extLst>
              <a:ext uri="{FF2B5EF4-FFF2-40B4-BE49-F238E27FC236}">
                <a16:creationId xmlns:a16="http://schemas.microsoft.com/office/drawing/2014/main" id="{6130BE7E-1928-6079-310E-67BBC1E64AC6}"/>
              </a:ext>
            </a:extLst>
          </p:cNvPr>
          <p:cNvSpPr/>
          <p:nvPr/>
        </p:nvSpPr>
        <p:spPr>
          <a:xfrm rot="20780835">
            <a:off x="10815893" y="44828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0" name="Star: 5 Points 309">
            <a:extLst>
              <a:ext uri="{FF2B5EF4-FFF2-40B4-BE49-F238E27FC236}">
                <a16:creationId xmlns:a16="http://schemas.microsoft.com/office/drawing/2014/main" id="{6C0002BF-083F-E123-AE2E-CDBC2FAB51CA}"/>
              </a:ext>
            </a:extLst>
          </p:cNvPr>
          <p:cNvSpPr/>
          <p:nvPr/>
        </p:nvSpPr>
        <p:spPr>
          <a:xfrm rot="20780835">
            <a:off x="12582958" y="49389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1" name="Star: 5 Points 310">
            <a:extLst>
              <a:ext uri="{FF2B5EF4-FFF2-40B4-BE49-F238E27FC236}">
                <a16:creationId xmlns:a16="http://schemas.microsoft.com/office/drawing/2014/main" id="{D528F0ED-837C-6812-263D-985C79E12575}"/>
              </a:ext>
            </a:extLst>
          </p:cNvPr>
          <p:cNvSpPr/>
          <p:nvPr/>
        </p:nvSpPr>
        <p:spPr>
          <a:xfrm rot="20780835">
            <a:off x="17318302" y="47862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2" name="Star: 5 Points 311">
            <a:extLst>
              <a:ext uri="{FF2B5EF4-FFF2-40B4-BE49-F238E27FC236}">
                <a16:creationId xmlns:a16="http://schemas.microsoft.com/office/drawing/2014/main" id="{1C860E46-70B1-30F8-9EFC-1A434079D815}"/>
              </a:ext>
            </a:extLst>
          </p:cNvPr>
          <p:cNvSpPr/>
          <p:nvPr/>
        </p:nvSpPr>
        <p:spPr>
          <a:xfrm rot="20780835">
            <a:off x="16423810" y="493180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3" name="Star: 5 Points 312">
            <a:extLst>
              <a:ext uri="{FF2B5EF4-FFF2-40B4-BE49-F238E27FC236}">
                <a16:creationId xmlns:a16="http://schemas.microsoft.com/office/drawing/2014/main" id="{E676A90B-7C23-1636-297D-16A239C283B8}"/>
              </a:ext>
            </a:extLst>
          </p:cNvPr>
          <p:cNvSpPr/>
          <p:nvPr/>
        </p:nvSpPr>
        <p:spPr>
          <a:xfrm rot="20780835">
            <a:off x="17521823" y="6574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4" name="Star: 5 Points 313">
            <a:extLst>
              <a:ext uri="{FF2B5EF4-FFF2-40B4-BE49-F238E27FC236}">
                <a16:creationId xmlns:a16="http://schemas.microsoft.com/office/drawing/2014/main" id="{99EABE0C-49AD-2236-38E1-7B9FE9F565F0}"/>
              </a:ext>
            </a:extLst>
          </p:cNvPr>
          <p:cNvSpPr/>
          <p:nvPr/>
        </p:nvSpPr>
        <p:spPr>
          <a:xfrm rot="20780835">
            <a:off x="16627331" y="67198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5" name="Star: 5 Points 314">
            <a:extLst>
              <a:ext uri="{FF2B5EF4-FFF2-40B4-BE49-F238E27FC236}">
                <a16:creationId xmlns:a16="http://schemas.microsoft.com/office/drawing/2014/main" id="{B2AD61F2-DDE9-B8D6-73EA-6372EAAA3288}"/>
              </a:ext>
            </a:extLst>
          </p:cNvPr>
          <p:cNvSpPr/>
          <p:nvPr/>
        </p:nvSpPr>
        <p:spPr>
          <a:xfrm rot="20780835">
            <a:off x="17318302" y="22894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6" name="Star: 5 Points 315">
            <a:extLst>
              <a:ext uri="{FF2B5EF4-FFF2-40B4-BE49-F238E27FC236}">
                <a16:creationId xmlns:a16="http://schemas.microsoft.com/office/drawing/2014/main" id="{00BE1466-F039-E7E7-8EAA-DE853C1B5D2F}"/>
              </a:ext>
            </a:extLst>
          </p:cNvPr>
          <p:cNvSpPr/>
          <p:nvPr/>
        </p:nvSpPr>
        <p:spPr>
          <a:xfrm rot="20780835">
            <a:off x="16423810" y="24350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7" name="Star: 5 Points 316">
            <a:extLst>
              <a:ext uri="{FF2B5EF4-FFF2-40B4-BE49-F238E27FC236}">
                <a16:creationId xmlns:a16="http://schemas.microsoft.com/office/drawing/2014/main" id="{8A2607AB-CA2C-3F02-0A43-55D4DAC15E59}"/>
              </a:ext>
            </a:extLst>
          </p:cNvPr>
          <p:cNvSpPr/>
          <p:nvPr/>
        </p:nvSpPr>
        <p:spPr>
          <a:xfrm rot="20780835">
            <a:off x="3492400" y="9932249"/>
            <a:ext cx="323243" cy="4571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8" name="Star: 5 Points 317">
            <a:extLst>
              <a:ext uri="{FF2B5EF4-FFF2-40B4-BE49-F238E27FC236}">
                <a16:creationId xmlns:a16="http://schemas.microsoft.com/office/drawing/2014/main" id="{D09DCAA3-2FF8-35D3-E225-85C0E6788202}"/>
              </a:ext>
            </a:extLst>
          </p:cNvPr>
          <p:cNvSpPr/>
          <p:nvPr/>
        </p:nvSpPr>
        <p:spPr>
          <a:xfrm rot="20780835">
            <a:off x="4123041" y="9832222"/>
            <a:ext cx="277216" cy="9697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9" name="Star: 5 Points 318">
            <a:extLst>
              <a:ext uri="{FF2B5EF4-FFF2-40B4-BE49-F238E27FC236}">
                <a16:creationId xmlns:a16="http://schemas.microsoft.com/office/drawing/2014/main" id="{89F93A71-5504-102A-1371-CD99193BBBB4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0" name="Star: 5 Points 319">
            <a:extLst>
              <a:ext uri="{FF2B5EF4-FFF2-40B4-BE49-F238E27FC236}">
                <a16:creationId xmlns:a16="http://schemas.microsoft.com/office/drawing/2014/main" id="{83647249-23BD-7660-767A-E22A48A49896}"/>
              </a:ext>
            </a:extLst>
          </p:cNvPr>
          <p:cNvSpPr/>
          <p:nvPr/>
        </p:nvSpPr>
        <p:spPr>
          <a:xfrm rot="20780835">
            <a:off x="3478224" y="9813827"/>
            <a:ext cx="299628" cy="16866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1" name="Star: 5 Points 320">
            <a:extLst>
              <a:ext uri="{FF2B5EF4-FFF2-40B4-BE49-F238E27FC236}">
                <a16:creationId xmlns:a16="http://schemas.microsoft.com/office/drawing/2014/main" id="{48821D1D-D6A1-F08F-F77F-C687D57C62C7}"/>
              </a:ext>
            </a:extLst>
          </p:cNvPr>
          <p:cNvSpPr/>
          <p:nvPr/>
        </p:nvSpPr>
        <p:spPr>
          <a:xfrm rot="20780835">
            <a:off x="891519" y="10156754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2" name="Star: 5 Points 321">
            <a:extLst>
              <a:ext uri="{FF2B5EF4-FFF2-40B4-BE49-F238E27FC236}">
                <a16:creationId xmlns:a16="http://schemas.microsoft.com/office/drawing/2014/main" id="{CDEAA89D-09F2-ABF7-3D04-18586FD9EFA8}"/>
              </a:ext>
            </a:extLst>
          </p:cNvPr>
          <p:cNvSpPr/>
          <p:nvPr/>
        </p:nvSpPr>
        <p:spPr>
          <a:xfrm rot="20780835">
            <a:off x="347355" y="9947419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3" name="Star: 5 Points 322">
            <a:extLst>
              <a:ext uri="{FF2B5EF4-FFF2-40B4-BE49-F238E27FC236}">
                <a16:creationId xmlns:a16="http://schemas.microsoft.com/office/drawing/2014/main" id="{2E120116-704D-70CB-87D3-272880F3BFFE}"/>
              </a:ext>
            </a:extLst>
          </p:cNvPr>
          <p:cNvSpPr/>
          <p:nvPr/>
        </p:nvSpPr>
        <p:spPr>
          <a:xfrm rot="20780835">
            <a:off x="18157798" y="467444"/>
            <a:ext cx="127663" cy="28631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4" name="Star: 5 Points 323">
            <a:extLst>
              <a:ext uri="{FF2B5EF4-FFF2-40B4-BE49-F238E27FC236}">
                <a16:creationId xmlns:a16="http://schemas.microsoft.com/office/drawing/2014/main" id="{9B964C0D-B12B-2973-84DF-9AFE2BC50849}"/>
              </a:ext>
            </a:extLst>
          </p:cNvPr>
          <p:cNvSpPr/>
          <p:nvPr/>
        </p:nvSpPr>
        <p:spPr>
          <a:xfrm rot="20780835">
            <a:off x="8183475" y="191997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5" name="Freeform: Shape 324">
            <a:extLst>
              <a:ext uri="{FF2B5EF4-FFF2-40B4-BE49-F238E27FC236}">
                <a16:creationId xmlns:a16="http://schemas.microsoft.com/office/drawing/2014/main" id="{6BC44390-8692-B86B-2912-A890B36F8AAD}"/>
              </a:ext>
            </a:extLst>
          </p:cNvPr>
          <p:cNvSpPr/>
          <p:nvPr/>
        </p:nvSpPr>
        <p:spPr>
          <a:xfrm>
            <a:off x="14973300" y="587829"/>
            <a:ext cx="702129" cy="914400"/>
          </a:xfrm>
          <a:custGeom>
            <a:avLst/>
            <a:gdLst>
              <a:gd name="csX0" fmla="*/ 326571 w 702129"/>
              <a:gd name="csY0" fmla="*/ 0 h 914400"/>
              <a:gd name="csX1" fmla="*/ 473529 w 702129"/>
              <a:gd name="csY1" fmla="*/ 81642 h 914400"/>
              <a:gd name="csX2" fmla="*/ 522514 w 702129"/>
              <a:gd name="csY2" fmla="*/ 97971 h 914400"/>
              <a:gd name="csX3" fmla="*/ 702129 w 702129"/>
              <a:gd name="csY3" fmla="*/ 114300 h 914400"/>
              <a:gd name="csX4" fmla="*/ 620486 w 702129"/>
              <a:gd name="csY4" fmla="*/ 244928 h 914400"/>
              <a:gd name="csX5" fmla="*/ 571500 w 702129"/>
              <a:gd name="csY5" fmla="*/ 342900 h 914400"/>
              <a:gd name="csX6" fmla="*/ 424543 w 702129"/>
              <a:gd name="csY6" fmla="*/ 473528 h 914400"/>
              <a:gd name="csX7" fmla="*/ 228600 w 702129"/>
              <a:gd name="csY7" fmla="*/ 734785 h 914400"/>
              <a:gd name="csX8" fmla="*/ 97971 w 702129"/>
              <a:gd name="csY8" fmla="*/ 849085 h 914400"/>
              <a:gd name="csX9" fmla="*/ 0 w 702129"/>
              <a:gd name="csY9" fmla="*/ 91440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2129" h="914400">
                <a:moveTo>
                  <a:pt x="326571" y="0"/>
                </a:moveTo>
                <a:cubicBezTo>
                  <a:pt x="378186" y="30968"/>
                  <a:pt x="418867" y="58215"/>
                  <a:pt x="473529" y="81642"/>
                </a:cubicBezTo>
                <a:cubicBezTo>
                  <a:pt x="489349" y="88422"/>
                  <a:pt x="505475" y="95537"/>
                  <a:pt x="522514" y="97971"/>
                </a:cubicBezTo>
                <a:cubicBezTo>
                  <a:pt x="582028" y="106473"/>
                  <a:pt x="642257" y="108857"/>
                  <a:pt x="702129" y="114300"/>
                </a:cubicBezTo>
                <a:cubicBezTo>
                  <a:pt x="674915" y="157843"/>
                  <a:pt x="645962" y="200346"/>
                  <a:pt x="620486" y="244928"/>
                </a:cubicBezTo>
                <a:cubicBezTo>
                  <a:pt x="602371" y="276629"/>
                  <a:pt x="595262" y="315178"/>
                  <a:pt x="571500" y="342900"/>
                </a:cubicBezTo>
                <a:cubicBezTo>
                  <a:pt x="528847" y="392662"/>
                  <a:pt x="467702" y="424204"/>
                  <a:pt x="424543" y="473528"/>
                </a:cubicBezTo>
                <a:cubicBezTo>
                  <a:pt x="352860" y="555451"/>
                  <a:pt x="300030" y="652641"/>
                  <a:pt x="228600" y="734785"/>
                </a:cubicBezTo>
                <a:cubicBezTo>
                  <a:pt x="190634" y="778445"/>
                  <a:pt x="142419" y="812045"/>
                  <a:pt x="97971" y="849085"/>
                </a:cubicBezTo>
                <a:cubicBezTo>
                  <a:pt x="41682" y="895992"/>
                  <a:pt x="48607" y="890096"/>
                  <a:pt x="0" y="9144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7" name="Flowchart: Sequential Access Storage 326">
            <a:extLst>
              <a:ext uri="{FF2B5EF4-FFF2-40B4-BE49-F238E27FC236}">
                <a16:creationId xmlns:a16="http://schemas.microsoft.com/office/drawing/2014/main" id="{3E838F8C-CE30-55C7-9C36-0AE149F687C7}"/>
              </a:ext>
            </a:extLst>
          </p:cNvPr>
          <p:cNvSpPr/>
          <p:nvPr/>
        </p:nvSpPr>
        <p:spPr>
          <a:xfrm flipH="1">
            <a:off x="13171467" y="11492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8" name="Flowchart: Sequential Access Storage 327">
            <a:extLst>
              <a:ext uri="{FF2B5EF4-FFF2-40B4-BE49-F238E27FC236}">
                <a16:creationId xmlns:a16="http://schemas.microsoft.com/office/drawing/2014/main" id="{17AFE2E8-CE7A-68BF-76F3-8C873EB78E71}"/>
              </a:ext>
            </a:extLst>
          </p:cNvPr>
          <p:cNvSpPr/>
          <p:nvPr/>
        </p:nvSpPr>
        <p:spPr>
          <a:xfrm flipH="1">
            <a:off x="15845330" y="9062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9" name="Flowchart: Sequential Access Storage 328">
            <a:extLst>
              <a:ext uri="{FF2B5EF4-FFF2-40B4-BE49-F238E27FC236}">
                <a16:creationId xmlns:a16="http://schemas.microsoft.com/office/drawing/2014/main" id="{A31900CD-C34F-E402-2E82-122464DF03CE}"/>
              </a:ext>
            </a:extLst>
          </p:cNvPr>
          <p:cNvSpPr/>
          <p:nvPr/>
        </p:nvSpPr>
        <p:spPr>
          <a:xfrm flipH="1">
            <a:off x="3941025" y="33758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0" name="Flowchart: Sequential Access Storage 329">
            <a:extLst>
              <a:ext uri="{FF2B5EF4-FFF2-40B4-BE49-F238E27FC236}">
                <a16:creationId xmlns:a16="http://schemas.microsoft.com/office/drawing/2014/main" id="{6AC98937-CE27-7339-8132-711FEDB944EE}"/>
              </a:ext>
            </a:extLst>
          </p:cNvPr>
          <p:cNvSpPr/>
          <p:nvPr/>
        </p:nvSpPr>
        <p:spPr>
          <a:xfrm flipH="1">
            <a:off x="17878359" y="14734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1" name="Flowchart: Sequential Access Storage 330">
            <a:extLst>
              <a:ext uri="{FF2B5EF4-FFF2-40B4-BE49-F238E27FC236}">
                <a16:creationId xmlns:a16="http://schemas.microsoft.com/office/drawing/2014/main" id="{78655B6A-4980-60E3-DC11-285C409BB9D3}"/>
              </a:ext>
            </a:extLst>
          </p:cNvPr>
          <p:cNvSpPr/>
          <p:nvPr/>
        </p:nvSpPr>
        <p:spPr>
          <a:xfrm flipH="1">
            <a:off x="17137136" y="871053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2" name="Flowchart: Sequential Access Storage 331">
            <a:extLst>
              <a:ext uri="{FF2B5EF4-FFF2-40B4-BE49-F238E27FC236}">
                <a16:creationId xmlns:a16="http://schemas.microsoft.com/office/drawing/2014/main" id="{95A40271-2186-CF72-2765-E397E12274E6}"/>
              </a:ext>
            </a:extLst>
          </p:cNvPr>
          <p:cNvSpPr/>
          <p:nvPr/>
        </p:nvSpPr>
        <p:spPr>
          <a:xfrm flipH="1">
            <a:off x="2202212" y="88365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3" name="Flowchart: Sequential Access Storage 332">
            <a:extLst>
              <a:ext uri="{FF2B5EF4-FFF2-40B4-BE49-F238E27FC236}">
                <a16:creationId xmlns:a16="http://schemas.microsoft.com/office/drawing/2014/main" id="{18B51948-D5DF-ACE8-F0A7-FF5F2A18E03D}"/>
              </a:ext>
            </a:extLst>
          </p:cNvPr>
          <p:cNvSpPr/>
          <p:nvPr/>
        </p:nvSpPr>
        <p:spPr>
          <a:xfrm flipH="1">
            <a:off x="252730" y="2067111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4" name="Star: 5 Points 333">
            <a:extLst>
              <a:ext uri="{FF2B5EF4-FFF2-40B4-BE49-F238E27FC236}">
                <a16:creationId xmlns:a16="http://schemas.microsoft.com/office/drawing/2014/main" id="{64E35466-89A0-8A72-F36A-4A63D5D3A7BB}"/>
              </a:ext>
            </a:extLst>
          </p:cNvPr>
          <p:cNvSpPr/>
          <p:nvPr/>
        </p:nvSpPr>
        <p:spPr>
          <a:xfrm rot="20780835">
            <a:off x="8981218" y="974916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5" name="Star: 5 Points 334">
            <a:extLst>
              <a:ext uri="{FF2B5EF4-FFF2-40B4-BE49-F238E27FC236}">
                <a16:creationId xmlns:a16="http://schemas.microsoft.com/office/drawing/2014/main" id="{095605FD-526D-28AC-98EA-4A22EB14D979}"/>
              </a:ext>
            </a:extLst>
          </p:cNvPr>
          <p:cNvSpPr/>
          <p:nvPr/>
        </p:nvSpPr>
        <p:spPr>
          <a:xfrm rot="20780835">
            <a:off x="5133519" y="98938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6" name="Star: 5 Points 335">
            <a:extLst>
              <a:ext uri="{FF2B5EF4-FFF2-40B4-BE49-F238E27FC236}">
                <a16:creationId xmlns:a16="http://schemas.microsoft.com/office/drawing/2014/main" id="{9182D178-3156-477B-5BDA-5C4086D207B0}"/>
              </a:ext>
            </a:extLst>
          </p:cNvPr>
          <p:cNvSpPr/>
          <p:nvPr/>
        </p:nvSpPr>
        <p:spPr>
          <a:xfrm rot="20780835">
            <a:off x="5426573" y="94226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7" name="Star: 5 Points 336">
            <a:extLst>
              <a:ext uri="{FF2B5EF4-FFF2-40B4-BE49-F238E27FC236}">
                <a16:creationId xmlns:a16="http://schemas.microsoft.com/office/drawing/2014/main" id="{10316E11-B841-7148-CE83-DD9CD522CCC2}"/>
              </a:ext>
            </a:extLst>
          </p:cNvPr>
          <p:cNvSpPr/>
          <p:nvPr/>
        </p:nvSpPr>
        <p:spPr>
          <a:xfrm rot="20780835">
            <a:off x="6887839" y="9709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8" name="Star: 5 Points 337">
            <a:extLst>
              <a:ext uri="{FF2B5EF4-FFF2-40B4-BE49-F238E27FC236}">
                <a16:creationId xmlns:a16="http://schemas.microsoft.com/office/drawing/2014/main" id="{781402DD-6BB4-CA7E-D672-E634812A8DAD}"/>
              </a:ext>
            </a:extLst>
          </p:cNvPr>
          <p:cNvSpPr/>
          <p:nvPr/>
        </p:nvSpPr>
        <p:spPr>
          <a:xfrm rot="20780835">
            <a:off x="10154415" y="98198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9" name="Star: 5 Points 338">
            <a:extLst>
              <a:ext uri="{FF2B5EF4-FFF2-40B4-BE49-F238E27FC236}">
                <a16:creationId xmlns:a16="http://schemas.microsoft.com/office/drawing/2014/main" id="{E6F5EB09-1837-1C1E-BD25-2271CA98DDAD}"/>
              </a:ext>
            </a:extLst>
          </p:cNvPr>
          <p:cNvSpPr/>
          <p:nvPr/>
        </p:nvSpPr>
        <p:spPr>
          <a:xfrm rot="20780835" flipH="1">
            <a:off x="10415842" y="9331647"/>
            <a:ext cx="106052" cy="31734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0" name="Star: 5 Points 339">
            <a:extLst>
              <a:ext uri="{FF2B5EF4-FFF2-40B4-BE49-F238E27FC236}">
                <a16:creationId xmlns:a16="http://schemas.microsoft.com/office/drawing/2014/main" id="{A280DDD6-5405-AB35-5325-00254373AF52}"/>
              </a:ext>
            </a:extLst>
          </p:cNvPr>
          <p:cNvSpPr/>
          <p:nvPr/>
        </p:nvSpPr>
        <p:spPr>
          <a:xfrm rot="20780835">
            <a:off x="6306716" y="996448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1" name="Star: 5 Points 340">
            <a:extLst>
              <a:ext uri="{FF2B5EF4-FFF2-40B4-BE49-F238E27FC236}">
                <a16:creationId xmlns:a16="http://schemas.microsoft.com/office/drawing/2014/main" id="{00497CA5-BA58-A921-2A74-FFD6EF0307C9}"/>
              </a:ext>
            </a:extLst>
          </p:cNvPr>
          <p:cNvSpPr/>
          <p:nvPr/>
        </p:nvSpPr>
        <p:spPr>
          <a:xfrm rot="20780835" flipV="1">
            <a:off x="6582401" y="9462777"/>
            <a:ext cx="265146" cy="5540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2" name="Star: 5 Points 341">
            <a:extLst>
              <a:ext uri="{FF2B5EF4-FFF2-40B4-BE49-F238E27FC236}">
                <a16:creationId xmlns:a16="http://schemas.microsoft.com/office/drawing/2014/main" id="{BFEAD5E8-3AB3-B0C2-D385-7136E68C8CBD}"/>
              </a:ext>
            </a:extLst>
          </p:cNvPr>
          <p:cNvSpPr/>
          <p:nvPr/>
        </p:nvSpPr>
        <p:spPr>
          <a:xfrm rot="20780835">
            <a:off x="9391416" y="9603462"/>
            <a:ext cx="244029" cy="11978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3" name="Star: 5 Points 342">
            <a:extLst>
              <a:ext uri="{FF2B5EF4-FFF2-40B4-BE49-F238E27FC236}">
                <a16:creationId xmlns:a16="http://schemas.microsoft.com/office/drawing/2014/main" id="{80A5BEB6-E80F-18CC-F0C5-93236E020312}"/>
              </a:ext>
            </a:extLst>
          </p:cNvPr>
          <p:cNvSpPr/>
          <p:nvPr/>
        </p:nvSpPr>
        <p:spPr>
          <a:xfrm rot="20780835">
            <a:off x="11579412" y="100310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4" name="Star: 5 Points 343">
            <a:extLst>
              <a:ext uri="{FF2B5EF4-FFF2-40B4-BE49-F238E27FC236}">
                <a16:creationId xmlns:a16="http://schemas.microsoft.com/office/drawing/2014/main" id="{F31008A6-F4B8-0C35-5058-78F9025F9648}"/>
              </a:ext>
            </a:extLst>
          </p:cNvPr>
          <p:cNvSpPr/>
          <p:nvPr/>
        </p:nvSpPr>
        <p:spPr>
          <a:xfrm rot="20780835">
            <a:off x="11872466" y="9559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5" name="Star: 5 Points 344">
            <a:extLst>
              <a:ext uri="{FF2B5EF4-FFF2-40B4-BE49-F238E27FC236}">
                <a16:creationId xmlns:a16="http://schemas.microsoft.com/office/drawing/2014/main" id="{FB180183-08B5-86EA-4179-ECEDE241B694}"/>
              </a:ext>
            </a:extLst>
          </p:cNvPr>
          <p:cNvSpPr/>
          <p:nvPr/>
        </p:nvSpPr>
        <p:spPr>
          <a:xfrm rot="20780835">
            <a:off x="11291343" y="98491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6" name="Star: 5 Points 345">
            <a:extLst>
              <a:ext uri="{FF2B5EF4-FFF2-40B4-BE49-F238E27FC236}">
                <a16:creationId xmlns:a16="http://schemas.microsoft.com/office/drawing/2014/main" id="{6F6B2B2D-0A5E-ACEC-A36C-124F67343080}"/>
              </a:ext>
            </a:extLst>
          </p:cNvPr>
          <p:cNvSpPr/>
          <p:nvPr/>
        </p:nvSpPr>
        <p:spPr>
          <a:xfrm rot="20780835">
            <a:off x="11287730" y="95440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7" name="Star: 5 Points 346">
            <a:extLst>
              <a:ext uri="{FF2B5EF4-FFF2-40B4-BE49-F238E27FC236}">
                <a16:creationId xmlns:a16="http://schemas.microsoft.com/office/drawing/2014/main" id="{C899C2A9-3732-39B2-13C6-CCFC981A5AA3}"/>
              </a:ext>
            </a:extLst>
          </p:cNvPr>
          <p:cNvSpPr/>
          <p:nvPr/>
        </p:nvSpPr>
        <p:spPr>
          <a:xfrm rot="20780835">
            <a:off x="12424658" y="953851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8" name="Star: 5 Points 347">
            <a:extLst>
              <a:ext uri="{FF2B5EF4-FFF2-40B4-BE49-F238E27FC236}">
                <a16:creationId xmlns:a16="http://schemas.microsoft.com/office/drawing/2014/main" id="{28AA6DFA-1770-D3D5-081D-E161350D0842}"/>
              </a:ext>
            </a:extLst>
          </p:cNvPr>
          <p:cNvSpPr/>
          <p:nvPr/>
        </p:nvSpPr>
        <p:spPr>
          <a:xfrm rot="20780835">
            <a:off x="7880959" y="9911157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9" name="Star: 5 Points 348">
            <a:extLst>
              <a:ext uri="{FF2B5EF4-FFF2-40B4-BE49-F238E27FC236}">
                <a16:creationId xmlns:a16="http://schemas.microsoft.com/office/drawing/2014/main" id="{015A2515-8DC8-C731-05B5-32789A1530A6}"/>
              </a:ext>
            </a:extLst>
          </p:cNvPr>
          <p:cNvSpPr/>
          <p:nvPr/>
        </p:nvSpPr>
        <p:spPr>
          <a:xfrm rot="20780835">
            <a:off x="4185066" y="95250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0" name="Star: 5 Points 349">
            <a:extLst>
              <a:ext uri="{FF2B5EF4-FFF2-40B4-BE49-F238E27FC236}">
                <a16:creationId xmlns:a16="http://schemas.microsoft.com/office/drawing/2014/main" id="{CBDFFCF9-B5B9-9068-85DE-0AC80CE52AB2}"/>
              </a:ext>
            </a:extLst>
          </p:cNvPr>
          <p:cNvSpPr/>
          <p:nvPr/>
        </p:nvSpPr>
        <p:spPr>
          <a:xfrm rot="20780835">
            <a:off x="337367" y="96696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1" name="Star: 5 Points 350">
            <a:extLst>
              <a:ext uri="{FF2B5EF4-FFF2-40B4-BE49-F238E27FC236}">
                <a16:creationId xmlns:a16="http://schemas.microsoft.com/office/drawing/2014/main" id="{14A9C4CC-692D-DAB3-68FF-0820F69C7529}"/>
              </a:ext>
            </a:extLst>
          </p:cNvPr>
          <p:cNvSpPr/>
          <p:nvPr/>
        </p:nvSpPr>
        <p:spPr>
          <a:xfrm rot="20780835">
            <a:off x="630421" y="91984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2" name="Star: 5 Points 351">
            <a:extLst>
              <a:ext uri="{FF2B5EF4-FFF2-40B4-BE49-F238E27FC236}">
                <a16:creationId xmlns:a16="http://schemas.microsoft.com/office/drawing/2014/main" id="{FA032486-34C5-C662-8C21-A5A674729F57}"/>
              </a:ext>
            </a:extLst>
          </p:cNvPr>
          <p:cNvSpPr/>
          <p:nvPr/>
        </p:nvSpPr>
        <p:spPr>
          <a:xfrm rot="20780835">
            <a:off x="2091687" y="9485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3" name="Star: 5 Points 352">
            <a:extLst>
              <a:ext uri="{FF2B5EF4-FFF2-40B4-BE49-F238E27FC236}">
                <a16:creationId xmlns:a16="http://schemas.microsoft.com/office/drawing/2014/main" id="{71060A37-9C3F-DFD0-3F71-C43F89517447}"/>
              </a:ext>
            </a:extLst>
          </p:cNvPr>
          <p:cNvSpPr/>
          <p:nvPr/>
        </p:nvSpPr>
        <p:spPr>
          <a:xfrm rot="20780835">
            <a:off x="5358263" y="95956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4" name="Star: 5 Points 353">
            <a:extLst>
              <a:ext uri="{FF2B5EF4-FFF2-40B4-BE49-F238E27FC236}">
                <a16:creationId xmlns:a16="http://schemas.microsoft.com/office/drawing/2014/main" id="{F9E35816-5796-F8DF-BA0E-155F455CC52B}"/>
              </a:ext>
            </a:extLst>
          </p:cNvPr>
          <p:cNvSpPr/>
          <p:nvPr/>
        </p:nvSpPr>
        <p:spPr>
          <a:xfrm rot="20780835">
            <a:off x="5651317" y="91592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5" name="Star: 5 Points 354">
            <a:extLst>
              <a:ext uri="{FF2B5EF4-FFF2-40B4-BE49-F238E27FC236}">
                <a16:creationId xmlns:a16="http://schemas.microsoft.com/office/drawing/2014/main" id="{9731C0B0-FC88-0E25-56C5-5F15217378BE}"/>
              </a:ext>
            </a:extLst>
          </p:cNvPr>
          <p:cNvSpPr/>
          <p:nvPr/>
        </p:nvSpPr>
        <p:spPr>
          <a:xfrm rot="20780835">
            <a:off x="1510564" y="974032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6" name="Star: 5 Points 355">
            <a:extLst>
              <a:ext uri="{FF2B5EF4-FFF2-40B4-BE49-F238E27FC236}">
                <a16:creationId xmlns:a16="http://schemas.microsoft.com/office/drawing/2014/main" id="{AF589DAA-B2FD-E120-541C-F79BE083E2CC}"/>
              </a:ext>
            </a:extLst>
          </p:cNvPr>
          <p:cNvSpPr/>
          <p:nvPr/>
        </p:nvSpPr>
        <p:spPr>
          <a:xfrm rot="20780835">
            <a:off x="1803618" y="930394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7" name="Star: 5 Points 356">
            <a:extLst>
              <a:ext uri="{FF2B5EF4-FFF2-40B4-BE49-F238E27FC236}">
                <a16:creationId xmlns:a16="http://schemas.microsoft.com/office/drawing/2014/main" id="{5D8B003E-9F78-8200-5AB8-AB9A60E55F32}"/>
              </a:ext>
            </a:extLst>
          </p:cNvPr>
          <p:cNvSpPr/>
          <p:nvPr/>
        </p:nvSpPr>
        <p:spPr>
          <a:xfrm rot="20780835">
            <a:off x="3923263" y="930001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8" name="Star: 5 Points 357">
            <a:extLst>
              <a:ext uri="{FF2B5EF4-FFF2-40B4-BE49-F238E27FC236}">
                <a16:creationId xmlns:a16="http://schemas.microsoft.com/office/drawing/2014/main" id="{7CF739D5-DEFE-8517-EF2F-651BE103F10E}"/>
              </a:ext>
            </a:extLst>
          </p:cNvPr>
          <p:cNvSpPr/>
          <p:nvPr/>
        </p:nvSpPr>
        <p:spPr>
          <a:xfrm rot="20780835">
            <a:off x="6783260" y="98069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9" name="Star: 5 Points 358">
            <a:extLst>
              <a:ext uri="{FF2B5EF4-FFF2-40B4-BE49-F238E27FC236}">
                <a16:creationId xmlns:a16="http://schemas.microsoft.com/office/drawing/2014/main" id="{98EF3382-6E82-6EEE-7D9A-6BA1D2AAC60F}"/>
              </a:ext>
            </a:extLst>
          </p:cNvPr>
          <p:cNvSpPr/>
          <p:nvPr/>
        </p:nvSpPr>
        <p:spPr>
          <a:xfrm rot="20780835">
            <a:off x="7076314" y="93356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0" name="Star: 5 Points 359">
            <a:extLst>
              <a:ext uri="{FF2B5EF4-FFF2-40B4-BE49-F238E27FC236}">
                <a16:creationId xmlns:a16="http://schemas.microsoft.com/office/drawing/2014/main" id="{590ED868-3147-AF78-89E9-C73A540FE73C}"/>
              </a:ext>
            </a:extLst>
          </p:cNvPr>
          <p:cNvSpPr/>
          <p:nvPr/>
        </p:nvSpPr>
        <p:spPr>
          <a:xfrm rot="20780835">
            <a:off x="6495191" y="96250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1" name="Star: 5 Points 360">
            <a:extLst>
              <a:ext uri="{FF2B5EF4-FFF2-40B4-BE49-F238E27FC236}">
                <a16:creationId xmlns:a16="http://schemas.microsoft.com/office/drawing/2014/main" id="{F2DE38A6-9317-B56D-834D-1FC17666DFA0}"/>
              </a:ext>
            </a:extLst>
          </p:cNvPr>
          <p:cNvSpPr/>
          <p:nvPr/>
        </p:nvSpPr>
        <p:spPr>
          <a:xfrm rot="20780835">
            <a:off x="6491578" y="93198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2" name="Star: 5 Points 361">
            <a:extLst>
              <a:ext uri="{FF2B5EF4-FFF2-40B4-BE49-F238E27FC236}">
                <a16:creationId xmlns:a16="http://schemas.microsoft.com/office/drawing/2014/main" id="{3BD6FEA4-B2DB-09BC-4B7E-86AC3DF673DE}"/>
              </a:ext>
            </a:extLst>
          </p:cNvPr>
          <p:cNvSpPr/>
          <p:nvPr/>
        </p:nvSpPr>
        <p:spPr>
          <a:xfrm rot="20780835">
            <a:off x="7628506" y="93143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3" name="Star: 5 Points 362">
            <a:extLst>
              <a:ext uri="{FF2B5EF4-FFF2-40B4-BE49-F238E27FC236}">
                <a16:creationId xmlns:a16="http://schemas.microsoft.com/office/drawing/2014/main" id="{F2BC3992-B589-E855-5B9A-A7800B6B4025}"/>
              </a:ext>
            </a:extLst>
          </p:cNvPr>
          <p:cNvSpPr/>
          <p:nvPr/>
        </p:nvSpPr>
        <p:spPr>
          <a:xfrm rot="20780835">
            <a:off x="3084807" y="968699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4" name="Star: 5 Points 363">
            <a:extLst>
              <a:ext uri="{FF2B5EF4-FFF2-40B4-BE49-F238E27FC236}">
                <a16:creationId xmlns:a16="http://schemas.microsoft.com/office/drawing/2014/main" id="{C0A79D62-74D8-A1A0-9391-781321203291}"/>
              </a:ext>
            </a:extLst>
          </p:cNvPr>
          <p:cNvSpPr/>
          <p:nvPr/>
        </p:nvSpPr>
        <p:spPr>
          <a:xfrm rot="20780835">
            <a:off x="14411724" y="96374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5" name="Star: 5 Points 364">
            <a:extLst>
              <a:ext uri="{FF2B5EF4-FFF2-40B4-BE49-F238E27FC236}">
                <a16:creationId xmlns:a16="http://schemas.microsoft.com/office/drawing/2014/main" id="{2E0E31D4-67B9-A5AE-D8C7-1492D900D90A}"/>
              </a:ext>
            </a:extLst>
          </p:cNvPr>
          <p:cNvSpPr/>
          <p:nvPr/>
        </p:nvSpPr>
        <p:spPr>
          <a:xfrm rot="20780835">
            <a:off x="10564025" y="978213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6" name="Star: 5 Points 365">
            <a:extLst>
              <a:ext uri="{FF2B5EF4-FFF2-40B4-BE49-F238E27FC236}">
                <a16:creationId xmlns:a16="http://schemas.microsoft.com/office/drawing/2014/main" id="{D2B21930-F8CF-A097-E2E3-D7D148B9684D}"/>
              </a:ext>
            </a:extLst>
          </p:cNvPr>
          <p:cNvSpPr/>
          <p:nvPr/>
        </p:nvSpPr>
        <p:spPr>
          <a:xfrm rot="20780835">
            <a:off x="10857079" y="9310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7" name="Star: 5 Points 366">
            <a:extLst>
              <a:ext uri="{FF2B5EF4-FFF2-40B4-BE49-F238E27FC236}">
                <a16:creationId xmlns:a16="http://schemas.microsoft.com/office/drawing/2014/main" id="{585389BD-B49B-13EB-2CF7-93B6998512CC}"/>
              </a:ext>
            </a:extLst>
          </p:cNvPr>
          <p:cNvSpPr/>
          <p:nvPr/>
        </p:nvSpPr>
        <p:spPr>
          <a:xfrm rot="20780835">
            <a:off x="12318345" y="95982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8" name="Star: 5 Points 367">
            <a:extLst>
              <a:ext uri="{FF2B5EF4-FFF2-40B4-BE49-F238E27FC236}">
                <a16:creationId xmlns:a16="http://schemas.microsoft.com/office/drawing/2014/main" id="{C4B01C1A-8A65-7E20-DC4D-F4B6C865882D}"/>
              </a:ext>
            </a:extLst>
          </p:cNvPr>
          <p:cNvSpPr/>
          <p:nvPr/>
        </p:nvSpPr>
        <p:spPr>
          <a:xfrm rot="20780835">
            <a:off x="15584921" y="970809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9" name="Star: 5 Points 368">
            <a:extLst>
              <a:ext uri="{FF2B5EF4-FFF2-40B4-BE49-F238E27FC236}">
                <a16:creationId xmlns:a16="http://schemas.microsoft.com/office/drawing/2014/main" id="{C9075FCA-EDDC-7BCA-9231-AB1C51A1196D}"/>
              </a:ext>
            </a:extLst>
          </p:cNvPr>
          <p:cNvSpPr/>
          <p:nvPr/>
        </p:nvSpPr>
        <p:spPr>
          <a:xfrm rot="20780835">
            <a:off x="15941948" y="82519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0" name="Star: 5 Points 369">
            <a:extLst>
              <a:ext uri="{FF2B5EF4-FFF2-40B4-BE49-F238E27FC236}">
                <a16:creationId xmlns:a16="http://schemas.microsoft.com/office/drawing/2014/main" id="{B2A91AAF-E132-AA96-F440-C91F72979DD0}"/>
              </a:ext>
            </a:extLst>
          </p:cNvPr>
          <p:cNvSpPr/>
          <p:nvPr/>
        </p:nvSpPr>
        <p:spPr>
          <a:xfrm rot="20780835">
            <a:off x="11737222" y="985277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1" name="Star: 5 Points 370">
            <a:extLst>
              <a:ext uri="{FF2B5EF4-FFF2-40B4-BE49-F238E27FC236}">
                <a16:creationId xmlns:a16="http://schemas.microsoft.com/office/drawing/2014/main" id="{F120748E-F0FC-F0D9-CB7D-C70A4C2556E1}"/>
              </a:ext>
            </a:extLst>
          </p:cNvPr>
          <p:cNvSpPr/>
          <p:nvPr/>
        </p:nvSpPr>
        <p:spPr>
          <a:xfrm rot="20780835">
            <a:off x="12030276" y="9416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2" name="Star: 5 Points 371">
            <a:extLst>
              <a:ext uri="{FF2B5EF4-FFF2-40B4-BE49-F238E27FC236}">
                <a16:creationId xmlns:a16="http://schemas.microsoft.com/office/drawing/2014/main" id="{725ECB9A-9B16-FFF7-D702-80908F86CC9A}"/>
              </a:ext>
            </a:extLst>
          </p:cNvPr>
          <p:cNvSpPr/>
          <p:nvPr/>
        </p:nvSpPr>
        <p:spPr>
          <a:xfrm rot="20780835">
            <a:off x="14770406" y="9934982"/>
            <a:ext cx="244029" cy="11978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3" name="Star: 5 Points 372">
            <a:extLst>
              <a:ext uri="{FF2B5EF4-FFF2-40B4-BE49-F238E27FC236}">
                <a16:creationId xmlns:a16="http://schemas.microsoft.com/office/drawing/2014/main" id="{2C156567-4F28-7DA7-C5B1-8A9CC99E5E93}"/>
              </a:ext>
            </a:extLst>
          </p:cNvPr>
          <p:cNvSpPr/>
          <p:nvPr/>
        </p:nvSpPr>
        <p:spPr>
          <a:xfrm rot="20780835">
            <a:off x="17009918" y="99193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4" name="Star: 5 Points 373">
            <a:extLst>
              <a:ext uri="{FF2B5EF4-FFF2-40B4-BE49-F238E27FC236}">
                <a16:creationId xmlns:a16="http://schemas.microsoft.com/office/drawing/2014/main" id="{BABC56E3-3A30-7A26-FDA3-DC84D93F323B}"/>
              </a:ext>
            </a:extLst>
          </p:cNvPr>
          <p:cNvSpPr/>
          <p:nvPr/>
        </p:nvSpPr>
        <p:spPr>
          <a:xfrm rot="20780835">
            <a:off x="17302972" y="94481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5" name="Star: 5 Points 374">
            <a:extLst>
              <a:ext uri="{FF2B5EF4-FFF2-40B4-BE49-F238E27FC236}">
                <a16:creationId xmlns:a16="http://schemas.microsoft.com/office/drawing/2014/main" id="{746013BE-4D1E-28BE-2260-E1A9A0CE810A}"/>
              </a:ext>
            </a:extLst>
          </p:cNvPr>
          <p:cNvSpPr/>
          <p:nvPr/>
        </p:nvSpPr>
        <p:spPr>
          <a:xfrm rot="20780835">
            <a:off x="16721849" y="9737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6" name="Star: 5 Points 375">
            <a:extLst>
              <a:ext uri="{FF2B5EF4-FFF2-40B4-BE49-F238E27FC236}">
                <a16:creationId xmlns:a16="http://schemas.microsoft.com/office/drawing/2014/main" id="{AE66C1F0-F592-E5C3-B324-4CB72901825B}"/>
              </a:ext>
            </a:extLst>
          </p:cNvPr>
          <p:cNvSpPr/>
          <p:nvPr/>
        </p:nvSpPr>
        <p:spPr>
          <a:xfrm rot="20780835">
            <a:off x="16718236" y="9432300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7" name="Star: 5 Points 376">
            <a:extLst>
              <a:ext uri="{FF2B5EF4-FFF2-40B4-BE49-F238E27FC236}">
                <a16:creationId xmlns:a16="http://schemas.microsoft.com/office/drawing/2014/main" id="{89075A99-EB49-A57A-8BB6-64FD3B6B4166}"/>
              </a:ext>
            </a:extLst>
          </p:cNvPr>
          <p:cNvSpPr/>
          <p:nvPr/>
        </p:nvSpPr>
        <p:spPr>
          <a:xfrm rot="20780835">
            <a:off x="17855164" y="942680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8" name="Star: 5 Points 377">
            <a:extLst>
              <a:ext uri="{FF2B5EF4-FFF2-40B4-BE49-F238E27FC236}">
                <a16:creationId xmlns:a16="http://schemas.microsoft.com/office/drawing/2014/main" id="{C08CCF5A-B302-23AC-DE13-7ACE5F43DDA4}"/>
              </a:ext>
            </a:extLst>
          </p:cNvPr>
          <p:cNvSpPr/>
          <p:nvPr/>
        </p:nvSpPr>
        <p:spPr>
          <a:xfrm rot="20780835">
            <a:off x="13311465" y="9799442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9" name="Star: 5 Points 378">
            <a:extLst>
              <a:ext uri="{FF2B5EF4-FFF2-40B4-BE49-F238E27FC236}">
                <a16:creationId xmlns:a16="http://schemas.microsoft.com/office/drawing/2014/main" id="{09C07DD4-8744-6153-DA64-1C63E2BA0031}"/>
              </a:ext>
            </a:extLst>
          </p:cNvPr>
          <p:cNvSpPr/>
          <p:nvPr/>
        </p:nvSpPr>
        <p:spPr>
          <a:xfrm rot="20780835">
            <a:off x="8871815" y="9676583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0" name="Star: 5 Points 379">
            <a:extLst>
              <a:ext uri="{FF2B5EF4-FFF2-40B4-BE49-F238E27FC236}">
                <a16:creationId xmlns:a16="http://schemas.microsoft.com/office/drawing/2014/main" id="{2A421057-67CC-2423-549B-7EDA210CF598}"/>
              </a:ext>
            </a:extLst>
          </p:cNvPr>
          <p:cNvSpPr/>
          <p:nvPr/>
        </p:nvSpPr>
        <p:spPr>
          <a:xfrm rot="20780835" flipH="1">
            <a:off x="2502675" y="6504461"/>
            <a:ext cx="159722" cy="285214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1" name="Star: 5 Points 380">
            <a:extLst>
              <a:ext uri="{FF2B5EF4-FFF2-40B4-BE49-F238E27FC236}">
                <a16:creationId xmlns:a16="http://schemas.microsoft.com/office/drawing/2014/main" id="{1073ED7A-0EF7-3C76-C298-D3AE21A9F38E}"/>
              </a:ext>
            </a:extLst>
          </p:cNvPr>
          <p:cNvSpPr/>
          <p:nvPr/>
        </p:nvSpPr>
        <p:spPr>
          <a:xfrm rot="20780835">
            <a:off x="642200" y="56251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2" name="Star: 5 Points 381">
            <a:extLst>
              <a:ext uri="{FF2B5EF4-FFF2-40B4-BE49-F238E27FC236}">
                <a16:creationId xmlns:a16="http://schemas.microsoft.com/office/drawing/2014/main" id="{E300EEBD-0FC2-A4E5-E0D4-EB1D5FE63DA8}"/>
              </a:ext>
            </a:extLst>
          </p:cNvPr>
          <p:cNvSpPr/>
          <p:nvPr/>
        </p:nvSpPr>
        <p:spPr>
          <a:xfrm rot="20780835">
            <a:off x="935254" y="51887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3" name="Star: 5 Points 382">
            <a:extLst>
              <a:ext uri="{FF2B5EF4-FFF2-40B4-BE49-F238E27FC236}">
                <a16:creationId xmlns:a16="http://schemas.microsoft.com/office/drawing/2014/main" id="{0CFD1909-9A8C-6070-0056-5F7410CF7FB3}"/>
              </a:ext>
            </a:extLst>
          </p:cNvPr>
          <p:cNvSpPr/>
          <p:nvPr/>
        </p:nvSpPr>
        <p:spPr>
          <a:xfrm rot="20780835">
            <a:off x="1467055" y="51789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4" name="Star: 5 Points 383">
            <a:extLst>
              <a:ext uri="{FF2B5EF4-FFF2-40B4-BE49-F238E27FC236}">
                <a16:creationId xmlns:a16="http://schemas.microsoft.com/office/drawing/2014/main" id="{57551061-E20B-9AD9-AE3E-20D2877A6001}"/>
              </a:ext>
            </a:extLst>
          </p:cNvPr>
          <p:cNvSpPr/>
          <p:nvPr/>
        </p:nvSpPr>
        <p:spPr>
          <a:xfrm rot="20780835">
            <a:off x="1623187" y="58259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5" name="Star: 5 Points 384">
            <a:extLst>
              <a:ext uri="{FF2B5EF4-FFF2-40B4-BE49-F238E27FC236}">
                <a16:creationId xmlns:a16="http://schemas.microsoft.com/office/drawing/2014/main" id="{8CB6BAFE-C766-3E86-C63C-A4C9519F0763}"/>
              </a:ext>
            </a:extLst>
          </p:cNvPr>
          <p:cNvSpPr/>
          <p:nvPr/>
        </p:nvSpPr>
        <p:spPr>
          <a:xfrm rot="20780835">
            <a:off x="13191286" y="67080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6" name="Star: 5 Points 385">
            <a:extLst>
              <a:ext uri="{FF2B5EF4-FFF2-40B4-BE49-F238E27FC236}">
                <a16:creationId xmlns:a16="http://schemas.microsoft.com/office/drawing/2014/main" id="{20F547EC-A290-37E8-7FF1-91D3ECA5792C}"/>
              </a:ext>
            </a:extLst>
          </p:cNvPr>
          <p:cNvSpPr/>
          <p:nvPr/>
        </p:nvSpPr>
        <p:spPr>
          <a:xfrm rot="20780835">
            <a:off x="13484340" y="627163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7" name="Star: 5 Points 386">
            <a:extLst>
              <a:ext uri="{FF2B5EF4-FFF2-40B4-BE49-F238E27FC236}">
                <a16:creationId xmlns:a16="http://schemas.microsoft.com/office/drawing/2014/main" id="{CD9B96C0-9DB1-0318-0269-412358493585}"/>
              </a:ext>
            </a:extLst>
          </p:cNvPr>
          <p:cNvSpPr/>
          <p:nvPr/>
        </p:nvSpPr>
        <p:spPr>
          <a:xfrm rot="20780835">
            <a:off x="14016141" y="6261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8" name="Star: 5 Points 387">
            <a:extLst>
              <a:ext uri="{FF2B5EF4-FFF2-40B4-BE49-F238E27FC236}">
                <a16:creationId xmlns:a16="http://schemas.microsoft.com/office/drawing/2014/main" id="{546D6563-C345-08F2-47BF-B76E984DDE07}"/>
              </a:ext>
            </a:extLst>
          </p:cNvPr>
          <p:cNvSpPr/>
          <p:nvPr/>
        </p:nvSpPr>
        <p:spPr>
          <a:xfrm rot="20780835">
            <a:off x="14172273" y="6908809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9" name="Star: 5 Points 388">
            <a:extLst>
              <a:ext uri="{FF2B5EF4-FFF2-40B4-BE49-F238E27FC236}">
                <a16:creationId xmlns:a16="http://schemas.microsoft.com/office/drawing/2014/main" id="{D8C2868F-E012-E0E0-F67C-107CFD8D8E92}"/>
              </a:ext>
            </a:extLst>
          </p:cNvPr>
          <p:cNvSpPr/>
          <p:nvPr/>
        </p:nvSpPr>
        <p:spPr>
          <a:xfrm rot="20780835">
            <a:off x="14720779" y="43852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0" name="Star: 5 Points 389">
            <a:extLst>
              <a:ext uri="{FF2B5EF4-FFF2-40B4-BE49-F238E27FC236}">
                <a16:creationId xmlns:a16="http://schemas.microsoft.com/office/drawing/2014/main" id="{11D2F958-712B-D7DC-EEB0-70C88187EC3B}"/>
              </a:ext>
            </a:extLst>
          </p:cNvPr>
          <p:cNvSpPr/>
          <p:nvPr/>
        </p:nvSpPr>
        <p:spPr>
          <a:xfrm rot="20780835">
            <a:off x="14136043" y="43694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1" name="Star: 5 Points 390">
            <a:extLst>
              <a:ext uri="{FF2B5EF4-FFF2-40B4-BE49-F238E27FC236}">
                <a16:creationId xmlns:a16="http://schemas.microsoft.com/office/drawing/2014/main" id="{4A463021-171D-198B-585E-664D787E6C73}"/>
              </a:ext>
            </a:extLst>
          </p:cNvPr>
          <p:cNvSpPr/>
          <p:nvPr/>
        </p:nvSpPr>
        <p:spPr>
          <a:xfrm rot="20780835">
            <a:off x="13656517" y="4699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2" name="Star: 5 Points 391">
            <a:extLst>
              <a:ext uri="{FF2B5EF4-FFF2-40B4-BE49-F238E27FC236}">
                <a16:creationId xmlns:a16="http://schemas.microsoft.com/office/drawing/2014/main" id="{8869EEB8-A9B9-5B77-CA79-0FDB13ED5DC7}"/>
              </a:ext>
            </a:extLst>
          </p:cNvPr>
          <p:cNvSpPr/>
          <p:nvPr/>
        </p:nvSpPr>
        <p:spPr>
          <a:xfrm rot="20780835">
            <a:off x="13071781" y="46837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3" name="Star: 5 Points 392">
            <a:extLst>
              <a:ext uri="{FF2B5EF4-FFF2-40B4-BE49-F238E27FC236}">
                <a16:creationId xmlns:a16="http://schemas.microsoft.com/office/drawing/2014/main" id="{EC28A11E-D14F-D8E3-E454-B703E0A500C5}"/>
              </a:ext>
            </a:extLst>
          </p:cNvPr>
          <p:cNvSpPr/>
          <p:nvPr/>
        </p:nvSpPr>
        <p:spPr>
          <a:xfrm rot="20780835">
            <a:off x="12583897" y="4571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4" name="Star: 5 Points 393">
            <a:extLst>
              <a:ext uri="{FF2B5EF4-FFF2-40B4-BE49-F238E27FC236}">
                <a16:creationId xmlns:a16="http://schemas.microsoft.com/office/drawing/2014/main" id="{FF918688-5C7B-9B90-CA41-5F3CB7AE11CB}"/>
              </a:ext>
            </a:extLst>
          </p:cNvPr>
          <p:cNvSpPr/>
          <p:nvPr/>
        </p:nvSpPr>
        <p:spPr>
          <a:xfrm rot="20780835">
            <a:off x="11999161" y="455571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5" name="Star: 5 Points 394">
            <a:extLst>
              <a:ext uri="{FF2B5EF4-FFF2-40B4-BE49-F238E27FC236}">
                <a16:creationId xmlns:a16="http://schemas.microsoft.com/office/drawing/2014/main" id="{CE8E48A8-5424-CBBF-00FD-BB060E422C5A}"/>
              </a:ext>
            </a:extLst>
          </p:cNvPr>
          <p:cNvSpPr/>
          <p:nvPr/>
        </p:nvSpPr>
        <p:spPr>
          <a:xfrm rot="20780835">
            <a:off x="15738428" y="47863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6" name="Star: 5 Points 395">
            <a:extLst>
              <a:ext uri="{FF2B5EF4-FFF2-40B4-BE49-F238E27FC236}">
                <a16:creationId xmlns:a16="http://schemas.microsoft.com/office/drawing/2014/main" id="{B8A04250-3081-29FC-AAD6-2294B6E7A9D9}"/>
              </a:ext>
            </a:extLst>
          </p:cNvPr>
          <p:cNvSpPr/>
          <p:nvPr/>
        </p:nvSpPr>
        <p:spPr>
          <a:xfrm rot="20780835">
            <a:off x="15153692" y="477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6" name="Gambar 4">
            <a:extLst>
              <a:ext uri="{FF2B5EF4-FFF2-40B4-BE49-F238E27FC236}">
                <a16:creationId xmlns:a16="http://schemas.microsoft.com/office/drawing/2014/main" id="{C3B7CC63-1E12-CDC1-FE96-EB559C745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43" y="5472653"/>
            <a:ext cx="4833437" cy="110612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9AB9-A611-3159-D624-33DDE6C7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428D6027-DB8E-FB57-E8D8-953E758EA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74"/>
          <a:stretch>
            <a:fillRect/>
          </a:stretch>
        </p:blipFill>
        <p:spPr>
          <a:xfrm>
            <a:off x="0" y="1202664"/>
            <a:ext cx="18288000" cy="9251975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B7BC652B-C484-C6FD-1FA5-862F38A94D73}"/>
              </a:ext>
            </a:extLst>
          </p:cNvPr>
          <p:cNvSpPr txBox="1"/>
          <p:nvPr/>
        </p:nvSpPr>
        <p:spPr>
          <a:xfrm>
            <a:off x="0" y="8754473"/>
            <a:ext cx="6635243" cy="138499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id-ID" sz="2800" b="1" u="none" strike="noStrik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Login</a:t>
            </a:r>
            <a:r>
              <a:rPr lang="id-ID" sz="28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Aplikasi SIPP</a:t>
            </a:r>
            <a:r>
              <a:rPr 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</a:t>
            </a:r>
          </a:p>
          <a:p>
            <a:r>
              <a:rPr 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Buka situs </a:t>
            </a:r>
            <a:r>
              <a:rPr lang="id-ID" sz="2800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sipp.bpjsketenagakerjaan.go.id</a:t>
            </a:r>
            <a:r>
              <a:rPr 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, masukkan email, </a:t>
            </a:r>
            <a:r>
              <a:rPr lang="id-ID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password</a:t>
            </a:r>
            <a:r>
              <a:rPr 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, dan </a:t>
            </a:r>
            <a:r>
              <a:rPr lang="id-ID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captcha</a:t>
            </a:r>
            <a:r>
              <a:rPr 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</a:p>
        </p:txBody>
      </p:sp>
      <p:sp>
        <p:nvSpPr>
          <p:cNvPr id="6" name="Google Shape;149;p4">
            <a:extLst>
              <a:ext uri="{FF2B5EF4-FFF2-40B4-BE49-F238E27FC236}">
                <a16:creationId xmlns:a16="http://schemas.microsoft.com/office/drawing/2014/main" id="{73B73ACB-63A6-6CC6-C541-2FA9F165804A}"/>
              </a:ext>
            </a:extLst>
          </p:cNvPr>
          <p:cNvSpPr txBox="1"/>
          <p:nvPr/>
        </p:nvSpPr>
        <p:spPr>
          <a:xfrm>
            <a:off x="832989" y="397411"/>
            <a:ext cx="1467899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id-ID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  <a:sym typeface="Arial"/>
              </a:rPr>
              <a:t>Login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0" name="Persegi Panjang 8">
            <a:extLst>
              <a:ext uri="{FF2B5EF4-FFF2-40B4-BE49-F238E27FC236}">
                <a16:creationId xmlns:a16="http://schemas.microsoft.com/office/drawing/2014/main" id="{83266AAC-2733-5AA8-DF9D-E8D8553305AB}"/>
              </a:ext>
            </a:extLst>
          </p:cNvPr>
          <p:cNvSpPr/>
          <p:nvPr/>
        </p:nvSpPr>
        <p:spPr>
          <a:xfrm>
            <a:off x="555171" y="566005"/>
            <a:ext cx="89446" cy="438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6842562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3732-A58C-11FA-2101-2D18C480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ambar 6">
            <a:extLst>
              <a:ext uri="{FF2B5EF4-FFF2-40B4-BE49-F238E27FC236}">
                <a16:creationId xmlns:a16="http://schemas.microsoft.com/office/drawing/2014/main" id="{56B453D5-E70A-F9C0-9054-5F7E3C887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889"/>
            <a:ext cx="18288000" cy="8582049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AD3520B7-26F9-99EB-1796-CB6635CFD794}"/>
              </a:ext>
            </a:extLst>
          </p:cNvPr>
          <p:cNvSpPr txBox="1"/>
          <p:nvPr/>
        </p:nvSpPr>
        <p:spPr>
          <a:xfrm>
            <a:off x="0" y="9367052"/>
            <a:ext cx="8793480" cy="707886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id-ID" sz="20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Masuk </a:t>
            </a:r>
            <a:r>
              <a:rPr lang="id-ID" sz="2000" b="1" u="none" strike="noStrik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Dashboard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 </a:t>
            </a:r>
          </a:p>
          <a:p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Pilih periode pelaporan bulan berjalan yang akan dikelola.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B09240-E81A-24BF-55B4-60D8B4EF2C7F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4" name="Google Shape;149;p4">
              <a:extLst>
                <a:ext uri="{FF2B5EF4-FFF2-40B4-BE49-F238E27FC236}">
                  <a16:creationId xmlns:a16="http://schemas.microsoft.com/office/drawing/2014/main" id="{445B075A-1820-5335-2426-954159494467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ersegi Panjang 8">
              <a:extLst>
                <a:ext uri="{FF2B5EF4-FFF2-40B4-BE49-F238E27FC236}">
                  <a16:creationId xmlns:a16="http://schemas.microsoft.com/office/drawing/2014/main" id="{7A39202D-4214-F669-F301-9081C3CC3CF9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92792682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A553-2075-7B1A-9757-AFCAF86C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>
            <a:extLst>
              <a:ext uri="{FF2B5EF4-FFF2-40B4-BE49-F238E27FC236}">
                <a16:creationId xmlns:a16="http://schemas.microsoft.com/office/drawing/2014/main" id="{4CF64E7C-801D-F371-817C-8801FD6E3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4010"/>
            <a:ext cx="18288000" cy="8909709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048F4236-D902-7B50-6679-00F4AB0641C9}"/>
              </a:ext>
            </a:extLst>
          </p:cNvPr>
          <p:cNvSpPr txBox="1"/>
          <p:nvPr/>
        </p:nvSpPr>
        <p:spPr>
          <a:xfrm>
            <a:off x="0" y="8902005"/>
            <a:ext cx="5421086" cy="138499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id-ID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Tambah Tenaga Kerja</a:t>
            </a: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Klik menu </a:t>
            </a:r>
            <a:r>
              <a:rPr lang="id-ID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Mutasi Data</a:t>
            </a: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Klik tombol </a:t>
            </a:r>
            <a:r>
              <a:rPr lang="id-ID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+Tambah</a:t>
            </a: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DB27B3-EB35-5442-EFB2-89B33B6B2225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4" name="Google Shape;149;p4">
              <a:extLst>
                <a:ext uri="{FF2B5EF4-FFF2-40B4-BE49-F238E27FC236}">
                  <a16:creationId xmlns:a16="http://schemas.microsoft.com/office/drawing/2014/main" id="{93AE9BEC-C1CE-AC8C-C4A9-87123DCC6BC2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ersegi Panjang 8">
              <a:extLst>
                <a:ext uri="{FF2B5EF4-FFF2-40B4-BE49-F238E27FC236}">
                  <a16:creationId xmlns:a16="http://schemas.microsoft.com/office/drawing/2014/main" id="{7F3ECC30-C7E4-A689-6EB2-B1152D5001E8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2903579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34F2-AAD8-7855-A571-7A10F0D5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1FC1EF57-5F9F-6A31-C1CA-7DAD48AEF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869"/>
            <a:ext cx="18288000" cy="9164003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ED02C757-0017-CDAF-A8C0-DA9C4FBB4ECA}"/>
              </a:ext>
            </a:extLst>
          </p:cNvPr>
          <p:cNvSpPr txBox="1"/>
          <p:nvPr/>
        </p:nvSpPr>
        <p:spPr>
          <a:xfrm>
            <a:off x="0" y="9889589"/>
            <a:ext cx="6065520" cy="40011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id-ID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</a:t>
            </a: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ilih opsi </a:t>
            </a:r>
            <a:r>
              <a:rPr lang="id-ID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Tambah Individu</a:t>
            </a: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(atau Tambah Massal jika </a:t>
            </a:r>
            <a:r>
              <a:rPr lang="id-ID" sz="2000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banyak</a:t>
            </a:r>
            <a:r>
              <a:rPr lang="id-ID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)</a:t>
            </a:r>
            <a:endParaRPr lang="id-ID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9FD2A2-E6C8-F5B9-2141-EB8C757F8821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6" name="Google Shape;149;p4">
              <a:extLst>
                <a:ext uri="{FF2B5EF4-FFF2-40B4-BE49-F238E27FC236}">
                  <a16:creationId xmlns:a16="http://schemas.microsoft.com/office/drawing/2014/main" id="{419AD0D2-0DB5-13E3-21A5-A6A317626EAF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ersegi Panjang 8">
              <a:extLst>
                <a:ext uri="{FF2B5EF4-FFF2-40B4-BE49-F238E27FC236}">
                  <a16:creationId xmlns:a16="http://schemas.microsoft.com/office/drawing/2014/main" id="{7754F474-6E48-45DA-715C-864EF24254E8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46766453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48D5-2232-EBFB-D281-2DACB28E0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ambar 14">
            <a:extLst>
              <a:ext uri="{FF2B5EF4-FFF2-40B4-BE49-F238E27FC236}">
                <a16:creationId xmlns:a16="http://schemas.microsoft.com/office/drawing/2014/main" id="{1918E39E-91E2-853E-8A60-C8EB6760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51660"/>
            <a:ext cx="18288001" cy="8968740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D318177F-BF16-57D8-4B49-8A91179DFC23}"/>
              </a:ext>
            </a:extLst>
          </p:cNvPr>
          <p:cNvSpPr txBox="1"/>
          <p:nvPr/>
        </p:nvSpPr>
        <p:spPr>
          <a:xfrm>
            <a:off x="0" y="9566423"/>
            <a:ext cx="7112726" cy="64633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Pilih status kepemilikan kartu (Sudah/Belum)</a:t>
            </a:r>
            <a:r>
              <a:rPr lang="id-ID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</a:p>
          <a:p>
            <a:r>
              <a: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</a:t>
            </a:r>
            <a:r>
              <a:rPr lang="id-ID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Pilih </a:t>
            </a:r>
            <a:r>
              <a: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kewarganegaraan, </a:t>
            </a:r>
            <a:r>
              <a:rPr lang="id-ID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lalu </a:t>
            </a:r>
            <a:r>
              <a: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masukkan </a:t>
            </a:r>
            <a:r>
              <a:rPr lang="nl-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NIK</a:t>
            </a:r>
            <a:r>
              <a: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, kode captcha, dan klik </a:t>
            </a:r>
            <a:r>
              <a:rPr lang="nl-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Daftar</a:t>
            </a:r>
            <a:r>
              <a:rPr lang="nl-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  <a:endParaRPr lang="id-ID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7AEE8D-87C3-483E-7A72-57C012394B15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4" name="Google Shape;149;p4">
              <a:extLst>
                <a:ext uri="{FF2B5EF4-FFF2-40B4-BE49-F238E27FC236}">
                  <a16:creationId xmlns:a16="http://schemas.microsoft.com/office/drawing/2014/main" id="{6C5DD466-6B94-9347-9CE2-4C367CFF3167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Persegi Panjang 8">
              <a:extLst>
                <a:ext uri="{FF2B5EF4-FFF2-40B4-BE49-F238E27FC236}">
                  <a16:creationId xmlns:a16="http://schemas.microsoft.com/office/drawing/2014/main" id="{5E9A358C-3FA2-ED58-7EF8-D23EB27C8584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4963399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EFE70-9F70-6DA7-9C0C-717272A6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>
            <a:extLst>
              <a:ext uri="{FF2B5EF4-FFF2-40B4-BE49-F238E27FC236}">
                <a16:creationId xmlns:a16="http://schemas.microsoft.com/office/drawing/2014/main" id="{210E1D8D-4E2D-E8D8-3D0C-BBC44047E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18288000" cy="9128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0FF5F63-8016-728A-00BE-31A8C7D74986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3" name="Google Shape;149;p4">
              <a:extLst>
                <a:ext uri="{FF2B5EF4-FFF2-40B4-BE49-F238E27FC236}">
                  <a16:creationId xmlns:a16="http://schemas.microsoft.com/office/drawing/2014/main" id="{B5B66B3B-2E5C-E0ED-0A7E-179F91043618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Persegi Panjang 8">
              <a:extLst>
                <a:ext uri="{FF2B5EF4-FFF2-40B4-BE49-F238E27FC236}">
                  <a16:creationId xmlns:a16="http://schemas.microsoft.com/office/drawing/2014/main" id="{EFDCC9B5-02EE-28BE-BF8A-583B58147467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37183444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4D05-9D8D-65FC-1931-A5037FF1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ambar 6">
            <a:extLst>
              <a:ext uri="{FF2B5EF4-FFF2-40B4-BE49-F238E27FC236}">
                <a16:creationId xmlns:a16="http://schemas.microsoft.com/office/drawing/2014/main" id="{A25A57BD-C138-AAD4-DBFC-8E1854C87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8288000" cy="9143999"/>
          </a:xfrm>
          <a:prstGeom prst="rect">
            <a:avLst/>
          </a:prstGeom>
        </p:spPr>
      </p:pic>
      <p:sp>
        <p:nvSpPr>
          <p:cNvPr id="6" name="Kotak Teks 5">
            <a:extLst>
              <a:ext uri="{FF2B5EF4-FFF2-40B4-BE49-F238E27FC236}">
                <a16:creationId xmlns:a16="http://schemas.microsoft.com/office/drawing/2014/main" id="{0B3C2BF3-1549-64D8-1BFC-3323A3F4E3CE}"/>
              </a:ext>
            </a:extLst>
          </p:cNvPr>
          <p:cNvSpPr txBox="1"/>
          <p:nvPr/>
        </p:nvSpPr>
        <p:spPr>
          <a:xfrm>
            <a:off x="0" y="9348281"/>
            <a:ext cx="9144000" cy="93871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id-ID" sz="2000" b="1" u="none" strike="noStrik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Input</a:t>
            </a:r>
            <a:r>
              <a:rPr lang="id-ID" sz="20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Profil </a:t>
            </a:r>
            <a:r>
              <a:rPr lang="id-ID" sz="2000" b="1" u="none" strike="noStrik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Lengkap</a:t>
            </a:r>
            <a:r>
              <a:rPr lang="id-ID" sz="2000" b="0" u="none" strike="noStrik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:Isi</a:t>
            </a:r>
            <a:r>
              <a:rPr lang="id-ID" sz="2000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data profil (Nama, Tempat/</a:t>
            </a:r>
            <a:r>
              <a:rPr lang="id-ID" sz="2000" b="0" u="none" strike="noStrik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Tgl</a:t>
            </a:r>
            <a:r>
              <a:rPr lang="id-ID" sz="2000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Lahir, Lokasi Kerja).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id-ID" sz="2000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Isi data pekerjaan (Status Pegawai, Tanggal Mulai Bekerja, Nomor Pegawai).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3E4085-2DDA-FC8F-F0A0-9F3BE7AD491D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3" name="Google Shape;149;p4">
              <a:extLst>
                <a:ext uri="{FF2B5EF4-FFF2-40B4-BE49-F238E27FC236}">
                  <a16:creationId xmlns:a16="http://schemas.microsoft.com/office/drawing/2014/main" id="{14280EA7-168D-C61D-B867-85CADDB49B8B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Persegi Panjang 8">
              <a:extLst>
                <a:ext uri="{FF2B5EF4-FFF2-40B4-BE49-F238E27FC236}">
                  <a16:creationId xmlns:a16="http://schemas.microsoft.com/office/drawing/2014/main" id="{3B96FD99-885B-5607-50B1-9544A07A7236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289345624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1396-59E8-8644-563E-5DF77132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58B730B1-19A0-806E-439E-FA7F1BBC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2586"/>
            <a:ext cx="18288000" cy="8733974"/>
          </a:xfrm>
          <a:prstGeom prst="rect">
            <a:avLst/>
          </a:prstGeom>
        </p:spPr>
      </p:pic>
      <p:sp>
        <p:nvSpPr>
          <p:cNvPr id="7" name="Kotak Teks 6">
            <a:extLst>
              <a:ext uri="{FF2B5EF4-FFF2-40B4-BE49-F238E27FC236}">
                <a16:creationId xmlns:a16="http://schemas.microsoft.com/office/drawing/2014/main" id="{E9A1B711-5CC6-6A7C-0692-20987A959B42}"/>
              </a:ext>
            </a:extLst>
          </p:cNvPr>
          <p:cNvSpPr txBox="1"/>
          <p:nvPr/>
        </p:nvSpPr>
        <p:spPr>
          <a:xfrm>
            <a:off x="0" y="9701034"/>
            <a:ext cx="9144000" cy="707886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Input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data </a:t>
            </a:r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Anggota Keluarga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(jika ada).</a:t>
            </a:r>
            <a:endParaRPr lang="id-ID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arenR"/>
            </a:pPr>
            <a:r>
              <a:rPr lang="id-ID" sz="20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Finalisasi Pendaftaran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 Klik </a:t>
            </a:r>
            <a:r>
              <a:rPr lang="id-ID" sz="20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Lanjut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hingga muncul notifikasi "Berhasil"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B388E8-B664-27A1-87D2-57B2F93A1AD3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6" name="Google Shape;149;p4">
              <a:extLst>
                <a:ext uri="{FF2B5EF4-FFF2-40B4-BE49-F238E27FC236}">
                  <a16:creationId xmlns:a16="http://schemas.microsoft.com/office/drawing/2014/main" id="{A41AEE48-03EE-4A31-7984-2F78F3068258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ersegi Panjang 8">
              <a:extLst>
                <a:ext uri="{FF2B5EF4-FFF2-40B4-BE49-F238E27FC236}">
                  <a16:creationId xmlns:a16="http://schemas.microsoft.com/office/drawing/2014/main" id="{8684A062-6126-E839-DF6D-314E794ADC24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92965922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8A10-9ACF-F0A5-BF58-A7154BED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844B43D3-C031-AFCF-E3FB-C673818702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5119" t="21625" r="-15119"/>
          <a:stretch>
            <a:fillRect/>
          </a:stretch>
        </p:blipFill>
        <p:spPr>
          <a:xfrm>
            <a:off x="-2793239" y="2179320"/>
            <a:ext cx="23870159" cy="849901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585469D-032F-53DE-8009-272D5E55B5E7}"/>
              </a:ext>
            </a:extLst>
          </p:cNvPr>
          <p:cNvSpPr/>
          <p:nvPr/>
        </p:nvSpPr>
        <p:spPr>
          <a:xfrm>
            <a:off x="3278529" y="5322705"/>
            <a:ext cx="2382929" cy="11061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CCE74FB5-9D28-1DB3-F619-FF922A820C94}"/>
              </a:ext>
            </a:extLst>
          </p:cNvPr>
          <p:cNvSpPr txBox="1"/>
          <p:nvPr/>
        </p:nvSpPr>
        <p:spPr>
          <a:xfrm>
            <a:off x="0" y="9886890"/>
            <a:ext cx="5661458" cy="40011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Jumlah total tenaga kerja </a:t>
            </a:r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bertambah 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di </a:t>
            </a:r>
            <a:r>
              <a:rPr lang="id-ID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dashboard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81D0B0-79CE-6A16-6551-19BC75B7D79C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7" name="Google Shape;149;p4">
              <a:extLst>
                <a:ext uri="{FF2B5EF4-FFF2-40B4-BE49-F238E27FC236}">
                  <a16:creationId xmlns:a16="http://schemas.microsoft.com/office/drawing/2014/main" id="{06354DB4-6F54-6C97-F906-08B5A9E746E0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Pendaftaran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ersegi Panjang 8">
              <a:extLst>
                <a:ext uri="{FF2B5EF4-FFF2-40B4-BE49-F238E27FC236}">
                  <a16:creationId xmlns:a16="http://schemas.microsoft.com/office/drawing/2014/main" id="{B1634508-6C3D-5B84-A99B-58B1E0F3298B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52902566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9C5FED3-E257-ADC9-75E2-419A2D9A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E67C4FD5-65ED-DF7F-E458-1F7322C849A2}"/>
              </a:ext>
            </a:extLst>
          </p:cNvPr>
          <p:cNvSpPr/>
          <p:nvPr/>
        </p:nvSpPr>
        <p:spPr>
          <a:xfrm>
            <a:off x="12667298" y="3583305"/>
            <a:ext cx="88583" cy="91440"/>
          </a:xfrm>
          <a:custGeom>
            <a:avLst/>
            <a:gdLst/>
            <a:ahLst/>
            <a:cxnLst/>
            <a:rect l="l" t="t" r="r" b="b"/>
            <a:pathLst>
              <a:path w="78740" h="81280" extrusionOk="0">
                <a:moveTo>
                  <a:pt x="78740" y="41910"/>
                </a:moveTo>
                <a:cubicBezTo>
                  <a:pt x="53340" y="80010"/>
                  <a:pt x="35560" y="81280"/>
                  <a:pt x="25400" y="77470"/>
                </a:cubicBezTo>
                <a:cubicBezTo>
                  <a:pt x="16510" y="73660"/>
                  <a:pt x="5080" y="60960"/>
                  <a:pt x="2540" y="50800"/>
                </a:cubicBezTo>
                <a:cubicBezTo>
                  <a:pt x="0" y="40640"/>
                  <a:pt x="5080" y="24130"/>
                  <a:pt x="12700" y="16510"/>
                </a:cubicBezTo>
                <a:cubicBezTo>
                  <a:pt x="19050" y="8890"/>
                  <a:pt x="35560" y="2540"/>
                  <a:pt x="45720" y="5080"/>
                </a:cubicBezTo>
                <a:cubicBezTo>
                  <a:pt x="57150" y="6350"/>
                  <a:pt x="69850" y="16510"/>
                  <a:pt x="74930" y="26670"/>
                </a:cubicBezTo>
                <a:cubicBezTo>
                  <a:pt x="78740" y="35560"/>
                  <a:pt x="78740" y="53340"/>
                  <a:pt x="72390" y="62230"/>
                </a:cubicBezTo>
                <a:cubicBezTo>
                  <a:pt x="67310" y="71120"/>
                  <a:pt x="52070" y="78740"/>
                  <a:pt x="41910" y="80010"/>
                </a:cubicBezTo>
                <a:cubicBezTo>
                  <a:pt x="34290" y="81280"/>
                  <a:pt x="25400" y="78740"/>
                  <a:pt x="19050" y="73660"/>
                </a:cubicBezTo>
                <a:cubicBezTo>
                  <a:pt x="11430" y="67310"/>
                  <a:pt x="2540" y="53340"/>
                  <a:pt x="1270" y="41910"/>
                </a:cubicBezTo>
                <a:cubicBezTo>
                  <a:pt x="1270" y="31750"/>
                  <a:pt x="7620" y="16510"/>
                  <a:pt x="15240" y="8890"/>
                </a:cubicBezTo>
                <a:cubicBezTo>
                  <a:pt x="21590" y="3810"/>
                  <a:pt x="33020" y="0"/>
                  <a:pt x="40640" y="0"/>
                </a:cubicBezTo>
                <a:cubicBezTo>
                  <a:pt x="49530" y="0"/>
                  <a:pt x="59690" y="5080"/>
                  <a:pt x="66040" y="10160"/>
                </a:cubicBezTo>
                <a:cubicBezTo>
                  <a:pt x="72390" y="16510"/>
                  <a:pt x="78740" y="35560"/>
                  <a:pt x="78740" y="35560"/>
                </a:cubicBezTo>
              </a:path>
            </a:pathLst>
          </a:custGeom>
          <a:solidFill>
            <a:srgbClr val="E71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B089F773-1F48-F551-B200-5B59896AC888}"/>
              </a:ext>
            </a:extLst>
          </p:cNvPr>
          <p:cNvSpPr txBox="1"/>
          <p:nvPr/>
        </p:nvSpPr>
        <p:spPr>
          <a:xfrm>
            <a:off x="1475224" y="3803223"/>
            <a:ext cx="1523455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dirty="0">
                <a:solidFill>
                  <a:srgbClr val="00B0F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Administrasi BPJS Ketenagakerjaan:</a:t>
            </a:r>
          </a:p>
          <a:p>
            <a:pPr algn="ctr"/>
            <a:r>
              <a:rPr lang="id-ID" sz="3600" dirty="0">
                <a:solidFill>
                  <a:schemeClr val="tx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Penonaktifan Peserta</a:t>
            </a:r>
            <a:endParaRPr lang="id-ID" sz="4000" dirty="0">
              <a:solidFill>
                <a:schemeClr val="tx2">
                  <a:lumMod val="9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FAC40-3C65-AD93-99D5-9E9DE5815F75}"/>
              </a:ext>
            </a:extLst>
          </p:cNvPr>
          <p:cNvSpPr txBox="1"/>
          <p:nvPr/>
        </p:nvSpPr>
        <p:spPr>
          <a:xfrm>
            <a:off x="16361229" y="26615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d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E63D62-187B-8020-3BD4-16851896CBB5}"/>
              </a:ext>
            </a:extLst>
          </p:cNvPr>
          <p:cNvSpPr/>
          <p:nvPr/>
        </p:nvSpPr>
        <p:spPr>
          <a:xfrm>
            <a:off x="6227304" y="5443564"/>
            <a:ext cx="5899801" cy="12595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4B5E6B45-9797-C7F3-DB1E-155E6E5D3923}"/>
              </a:ext>
            </a:extLst>
          </p:cNvPr>
          <p:cNvSpPr/>
          <p:nvPr/>
        </p:nvSpPr>
        <p:spPr>
          <a:xfrm rot="20938781">
            <a:off x="159281" y="8990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1B38A726-632F-CF0C-8552-AE5DD0FE07AF}"/>
              </a:ext>
            </a:extLst>
          </p:cNvPr>
          <p:cNvSpPr/>
          <p:nvPr/>
        </p:nvSpPr>
        <p:spPr>
          <a:xfrm rot="20938781">
            <a:off x="122690" y="5376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FDC74022-EF8D-B55A-E6F7-F2F8A0419673}"/>
              </a:ext>
            </a:extLst>
          </p:cNvPr>
          <p:cNvSpPr/>
          <p:nvPr/>
        </p:nvSpPr>
        <p:spPr>
          <a:xfrm rot="20938781">
            <a:off x="415744" y="101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61B0FCC8-4008-17E3-3E88-13FDDACB5A49}"/>
              </a:ext>
            </a:extLst>
          </p:cNvPr>
          <p:cNvSpPr/>
          <p:nvPr/>
        </p:nvSpPr>
        <p:spPr>
          <a:xfrm rot="20938781">
            <a:off x="415743" y="10637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2D9421EC-8D3B-1F57-46CC-7F3C9DDDC44A}"/>
              </a:ext>
            </a:extLst>
          </p:cNvPr>
          <p:cNvSpPr/>
          <p:nvPr/>
        </p:nvSpPr>
        <p:spPr>
          <a:xfrm rot="20938781">
            <a:off x="708797" y="5925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CA32BD0-7A84-7178-7ABA-C5C097941481}"/>
              </a:ext>
            </a:extLst>
          </p:cNvPr>
          <p:cNvSpPr/>
          <p:nvPr/>
        </p:nvSpPr>
        <p:spPr>
          <a:xfrm rot="20938781">
            <a:off x="1001851" y="1561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3BBFE60A-C250-2165-93B7-20FF9CB529E5}"/>
              </a:ext>
            </a:extLst>
          </p:cNvPr>
          <p:cNvSpPr/>
          <p:nvPr/>
        </p:nvSpPr>
        <p:spPr>
          <a:xfrm rot="20780835">
            <a:off x="415744" y="30380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F831EED8-EA58-C307-922B-ECF29BB11519}"/>
              </a:ext>
            </a:extLst>
          </p:cNvPr>
          <p:cNvSpPr/>
          <p:nvPr/>
        </p:nvSpPr>
        <p:spPr>
          <a:xfrm rot="20780835">
            <a:off x="708798" y="25667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669A6A8E-4585-BE03-44D5-32707B7D15DC}"/>
              </a:ext>
            </a:extLst>
          </p:cNvPr>
          <p:cNvSpPr/>
          <p:nvPr/>
        </p:nvSpPr>
        <p:spPr>
          <a:xfrm rot="20780835">
            <a:off x="1001852" y="2130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16850B0D-7F93-0582-4B42-A074116D7EAC}"/>
              </a:ext>
            </a:extLst>
          </p:cNvPr>
          <p:cNvSpPr/>
          <p:nvPr/>
        </p:nvSpPr>
        <p:spPr>
          <a:xfrm rot="20780835">
            <a:off x="415745" y="5012279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704FA3FB-2F88-9911-5224-F832400FB010}"/>
              </a:ext>
            </a:extLst>
          </p:cNvPr>
          <p:cNvSpPr/>
          <p:nvPr/>
        </p:nvSpPr>
        <p:spPr>
          <a:xfrm rot="20780835">
            <a:off x="708799" y="45410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FF7BF323-E74E-3144-1E84-406E99C2CC16}"/>
              </a:ext>
            </a:extLst>
          </p:cNvPr>
          <p:cNvSpPr/>
          <p:nvPr/>
        </p:nvSpPr>
        <p:spPr>
          <a:xfrm rot="20780835">
            <a:off x="1001853" y="41046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3E9A7B49-7AD3-C93D-5452-A51BC522361C}"/>
              </a:ext>
            </a:extLst>
          </p:cNvPr>
          <p:cNvSpPr/>
          <p:nvPr/>
        </p:nvSpPr>
        <p:spPr>
          <a:xfrm rot="20780835">
            <a:off x="415746" y="69865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9F187F49-7F4A-2A15-11EB-516006F44C8D}"/>
              </a:ext>
            </a:extLst>
          </p:cNvPr>
          <p:cNvSpPr/>
          <p:nvPr/>
        </p:nvSpPr>
        <p:spPr>
          <a:xfrm rot="20780835">
            <a:off x="708800" y="65152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46AB0D6D-D1BE-669C-A5D6-E8AD14F03C4C}"/>
              </a:ext>
            </a:extLst>
          </p:cNvPr>
          <p:cNvSpPr/>
          <p:nvPr/>
        </p:nvSpPr>
        <p:spPr>
          <a:xfrm rot="20780835">
            <a:off x="1009275" y="608535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F69E00F1-31A4-F90E-1520-AA9E2AD87D1B}"/>
              </a:ext>
            </a:extLst>
          </p:cNvPr>
          <p:cNvSpPr/>
          <p:nvPr/>
        </p:nvSpPr>
        <p:spPr>
          <a:xfrm rot="20780835">
            <a:off x="3975374" y="3034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7D83550C-A064-2F71-52A0-B659A6C757AF}"/>
              </a:ext>
            </a:extLst>
          </p:cNvPr>
          <p:cNvSpPr/>
          <p:nvPr/>
        </p:nvSpPr>
        <p:spPr>
          <a:xfrm rot="20780835">
            <a:off x="4268428" y="2563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332062F8-FC1C-B7C6-240F-916CC97A65AF}"/>
              </a:ext>
            </a:extLst>
          </p:cNvPr>
          <p:cNvSpPr/>
          <p:nvPr/>
        </p:nvSpPr>
        <p:spPr>
          <a:xfrm rot="20780835">
            <a:off x="4561482" y="21270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803C74C1-A27A-8502-6531-3A05263D24A3}"/>
              </a:ext>
            </a:extLst>
          </p:cNvPr>
          <p:cNvSpPr/>
          <p:nvPr/>
        </p:nvSpPr>
        <p:spPr>
          <a:xfrm rot="20780835">
            <a:off x="2407831" y="15034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1EB9F303-129C-530A-AA8E-154C47F099EF}"/>
              </a:ext>
            </a:extLst>
          </p:cNvPr>
          <p:cNvSpPr/>
          <p:nvPr/>
        </p:nvSpPr>
        <p:spPr>
          <a:xfrm rot="20780835">
            <a:off x="2700885" y="10322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AC37B64F-343D-946A-1031-5099FFB7DC7D}"/>
              </a:ext>
            </a:extLst>
          </p:cNvPr>
          <p:cNvSpPr/>
          <p:nvPr/>
        </p:nvSpPr>
        <p:spPr>
          <a:xfrm rot="20780835">
            <a:off x="2993939" y="59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B71055D9-64DB-3BDC-CAE0-52A7DAB4289B}"/>
              </a:ext>
            </a:extLst>
          </p:cNvPr>
          <p:cNvSpPr/>
          <p:nvPr/>
        </p:nvSpPr>
        <p:spPr>
          <a:xfrm rot="20780835">
            <a:off x="2497364" y="37343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B3C33523-4E8F-F278-D4B1-89C526F0FD7E}"/>
              </a:ext>
            </a:extLst>
          </p:cNvPr>
          <p:cNvSpPr/>
          <p:nvPr/>
        </p:nvSpPr>
        <p:spPr>
          <a:xfrm rot="20780835">
            <a:off x="2790418" y="32630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52BEDF75-935E-CB9A-5895-8472FAEDF8D3}"/>
              </a:ext>
            </a:extLst>
          </p:cNvPr>
          <p:cNvSpPr/>
          <p:nvPr/>
        </p:nvSpPr>
        <p:spPr>
          <a:xfrm rot="20780835">
            <a:off x="3083472" y="28266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43EF7C8E-09A4-8CE1-7750-4787D0BEBA39}"/>
              </a:ext>
            </a:extLst>
          </p:cNvPr>
          <p:cNvSpPr/>
          <p:nvPr/>
        </p:nvSpPr>
        <p:spPr>
          <a:xfrm rot="20780835">
            <a:off x="15355840" y="61186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45B11FB5-795A-6E64-08A9-C38524B06955}"/>
              </a:ext>
            </a:extLst>
          </p:cNvPr>
          <p:cNvSpPr/>
          <p:nvPr/>
        </p:nvSpPr>
        <p:spPr>
          <a:xfrm rot="20780835">
            <a:off x="15648894" y="56474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A175C3FD-4EE3-6696-DE2D-AF0694522FD0}"/>
              </a:ext>
            </a:extLst>
          </p:cNvPr>
          <p:cNvSpPr/>
          <p:nvPr/>
        </p:nvSpPr>
        <p:spPr>
          <a:xfrm rot="20780835">
            <a:off x="15941948" y="52110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F0243805-F7AB-884C-CA4A-3429F5CD0318}"/>
              </a:ext>
            </a:extLst>
          </p:cNvPr>
          <p:cNvSpPr/>
          <p:nvPr/>
        </p:nvSpPr>
        <p:spPr>
          <a:xfrm rot="20780835">
            <a:off x="13566984" y="1583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1553A557-D175-2369-3E1A-221EEC507C41}"/>
              </a:ext>
            </a:extLst>
          </p:cNvPr>
          <p:cNvSpPr/>
          <p:nvPr/>
        </p:nvSpPr>
        <p:spPr>
          <a:xfrm rot="20780835">
            <a:off x="13860038" y="11123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F628FD4A-C894-9BF7-BC47-D59FD0F1011F}"/>
              </a:ext>
            </a:extLst>
          </p:cNvPr>
          <p:cNvSpPr/>
          <p:nvPr/>
        </p:nvSpPr>
        <p:spPr>
          <a:xfrm rot="20780835">
            <a:off x="14153092" y="67596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E2A1C182-1F59-3013-3AA6-5B1123B520F9}"/>
              </a:ext>
            </a:extLst>
          </p:cNvPr>
          <p:cNvSpPr/>
          <p:nvPr/>
        </p:nvSpPr>
        <p:spPr>
          <a:xfrm rot="20780835">
            <a:off x="9229052" y="19398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54780695-57A6-2529-3BBB-C45FE1A2BA87}"/>
              </a:ext>
            </a:extLst>
          </p:cNvPr>
          <p:cNvSpPr/>
          <p:nvPr/>
        </p:nvSpPr>
        <p:spPr>
          <a:xfrm rot="20780835">
            <a:off x="9522106" y="146858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D06421B7-CA3F-1F5C-8AC4-33847CC3B032}"/>
              </a:ext>
            </a:extLst>
          </p:cNvPr>
          <p:cNvSpPr/>
          <p:nvPr/>
        </p:nvSpPr>
        <p:spPr>
          <a:xfrm rot="20780835">
            <a:off x="9815160" y="1032203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CFCEA964-E18A-3CA8-A4C3-C50CA29ED837}"/>
              </a:ext>
            </a:extLst>
          </p:cNvPr>
          <p:cNvSpPr/>
          <p:nvPr/>
        </p:nvSpPr>
        <p:spPr>
          <a:xfrm rot="20780835">
            <a:off x="5381353" y="2084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556D3393-64B2-CBD7-5005-293E567915B4}"/>
              </a:ext>
            </a:extLst>
          </p:cNvPr>
          <p:cNvSpPr/>
          <p:nvPr/>
        </p:nvSpPr>
        <p:spPr>
          <a:xfrm rot="20780835">
            <a:off x="5674407" y="16132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A4CBF6AE-6040-D38B-6141-B4530AD25CF4}"/>
              </a:ext>
            </a:extLst>
          </p:cNvPr>
          <p:cNvSpPr/>
          <p:nvPr/>
        </p:nvSpPr>
        <p:spPr>
          <a:xfrm rot="20780835">
            <a:off x="5967461" y="117688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83B1FE31-EF53-B3AA-81C8-8DED7E427D9C}"/>
              </a:ext>
            </a:extLst>
          </p:cNvPr>
          <p:cNvSpPr/>
          <p:nvPr/>
        </p:nvSpPr>
        <p:spPr>
          <a:xfrm rot="20780835">
            <a:off x="1533654" y="22291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C895255F-FFA7-A426-28FA-C91F44770AFB}"/>
              </a:ext>
            </a:extLst>
          </p:cNvPr>
          <p:cNvSpPr/>
          <p:nvPr/>
        </p:nvSpPr>
        <p:spPr>
          <a:xfrm rot="20780835">
            <a:off x="1826708" y="1757944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110B1687-C67D-4429-E5C7-889F9DC36FED}"/>
              </a:ext>
            </a:extLst>
          </p:cNvPr>
          <p:cNvSpPr/>
          <p:nvPr/>
        </p:nvSpPr>
        <p:spPr>
          <a:xfrm rot="20780835">
            <a:off x="2119762" y="13215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6E4F0B72-691B-4F3F-800E-662BFC91B279}"/>
              </a:ext>
            </a:extLst>
          </p:cNvPr>
          <p:cNvSpPr/>
          <p:nvPr/>
        </p:nvSpPr>
        <p:spPr>
          <a:xfrm rot="20780835">
            <a:off x="4235801" y="13275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74FDA123-FB98-65B0-95BF-209146945D7C}"/>
              </a:ext>
            </a:extLst>
          </p:cNvPr>
          <p:cNvSpPr/>
          <p:nvPr/>
        </p:nvSpPr>
        <p:spPr>
          <a:xfrm rot="20780835">
            <a:off x="4528855" y="8562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6AF0D770-13EE-84EA-8E94-D06606552037}"/>
              </a:ext>
            </a:extLst>
          </p:cNvPr>
          <p:cNvSpPr/>
          <p:nvPr/>
        </p:nvSpPr>
        <p:spPr>
          <a:xfrm rot="20780835">
            <a:off x="4821909" y="4199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39A8EF65-C1FF-FB99-ECDF-9AA4BCCBF6B1}"/>
              </a:ext>
            </a:extLst>
          </p:cNvPr>
          <p:cNvSpPr/>
          <p:nvPr/>
        </p:nvSpPr>
        <p:spPr>
          <a:xfrm rot="20780835">
            <a:off x="6665278" y="11768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776715D7-31A5-C858-5891-E2C9C81C35FE}"/>
              </a:ext>
            </a:extLst>
          </p:cNvPr>
          <p:cNvSpPr/>
          <p:nvPr/>
        </p:nvSpPr>
        <p:spPr>
          <a:xfrm rot="20780835">
            <a:off x="6958332" y="7056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E6D4AF4E-ACFF-0A23-5912-43B3A33D0AFB}"/>
              </a:ext>
            </a:extLst>
          </p:cNvPr>
          <p:cNvSpPr/>
          <p:nvPr/>
        </p:nvSpPr>
        <p:spPr>
          <a:xfrm rot="20780835">
            <a:off x="7271329" y="271877"/>
            <a:ext cx="123054" cy="24373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highlight>
                <a:srgbClr val="FF0000"/>
              </a:highlight>
            </a:endParaRPr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B0DB67D5-5108-305E-4EC5-B7977A546B08}"/>
              </a:ext>
            </a:extLst>
          </p:cNvPr>
          <p:cNvSpPr/>
          <p:nvPr/>
        </p:nvSpPr>
        <p:spPr>
          <a:xfrm rot="20780835">
            <a:off x="9094755" y="10262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C7CF90CC-E418-D080-BA0E-A100BB109F46}"/>
              </a:ext>
            </a:extLst>
          </p:cNvPr>
          <p:cNvSpPr/>
          <p:nvPr/>
        </p:nvSpPr>
        <p:spPr>
          <a:xfrm rot="20780835">
            <a:off x="9387809" y="55497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D39CDBDD-4B19-54E7-E7E5-726BFAD2ED72}"/>
              </a:ext>
            </a:extLst>
          </p:cNvPr>
          <p:cNvSpPr/>
          <p:nvPr/>
        </p:nvSpPr>
        <p:spPr>
          <a:xfrm rot="20780835">
            <a:off x="9680863" y="118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5AB4FF48-B540-CEB9-FD31-89EEE7F96B6A}"/>
              </a:ext>
            </a:extLst>
          </p:cNvPr>
          <p:cNvSpPr/>
          <p:nvPr/>
        </p:nvSpPr>
        <p:spPr>
          <a:xfrm rot="20780835">
            <a:off x="11524232" y="8755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0B855A3F-8D5A-DB91-1657-EC675CD78A17}"/>
              </a:ext>
            </a:extLst>
          </p:cNvPr>
          <p:cNvSpPr/>
          <p:nvPr/>
        </p:nvSpPr>
        <p:spPr>
          <a:xfrm rot="20780835">
            <a:off x="11817286" y="4043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AA5DB64F-8375-AE4C-7E2D-0D00AC9A7780}"/>
              </a:ext>
            </a:extLst>
          </p:cNvPr>
          <p:cNvSpPr/>
          <p:nvPr/>
        </p:nvSpPr>
        <p:spPr>
          <a:xfrm rot="20780835">
            <a:off x="12110340" y="-320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2418F551-03D7-F9B7-D465-EDE50C2A6B76}"/>
              </a:ext>
            </a:extLst>
          </p:cNvPr>
          <p:cNvSpPr/>
          <p:nvPr/>
        </p:nvSpPr>
        <p:spPr>
          <a:xfrm rot="20780835">
            <a:off x="13953709" y="7249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D6BF60EE-A0D6-34B8-41F0-013F74A4322D}"/>
              </a:ext>
            </a:extLst>
          </p:cNvPr>
          <p:cNvSpPr/>
          <p:nvPr/>
        </p:nvSpPr>
        <p:spPr>
          <a:xfrm rot="20780835">
            <a:off x="14246763" y="25365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4D48AE68-BCBD-005B-CE21-B7D29F4709EB}"/>
              </a:ext>
            </a:extLst>
          </p:cNvPr>
          <p:cNvSpPr/>
          <p:nvPr/>
        </p:nvSpPr>
        <p:spPr>
          <a:xfrm rot="20780835">
            <a:off x="16383186" y="5742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6723F7DD-D040-7CB6-4307-94EA9D8F0588}"/>
              </a:ext>
            </a:extLst>
          </p:cNvPr>
          <p:cNvSpPr/>
          <p:nvPr/>
        </p:nvSpPr>
        <p:spPr>
          <a:xfrm rot="20780835">
            <a:off x="16676240" y="102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9334CA85-7461-64D4-0EF9-3714C832E11B}"/>
              </a:ext>
            </a:extLst>
          </p:cNvPr>
          <p:cNvSpPr/>
          <p:nvPr/>
        </p:nvSpPr>
        <p:spPr>
          <a:xfrm rot="20780835">
            <a:off x="16423811" y="17785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D1441314-FE42-FBEF-A56D-C28FE4094FF3}"/>
              </a:ext>
            </a:extLst>
          </p:cNvPr>
          <p:cNvSpPr/>
          <p:nvPr/>
        </p:nvSpPr>
        <p:spPr>
          <a:xfrm rot="20780835">
            <a:off x="16716865" y="13073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E69A76E9-FA54-6D4F-D56F-B805A2B66CD0}"/>
              </a:ext>
            </a:extLst>
          </p:cNvPr>
          <p:cNvSpPr/>
          <p:nvPr/>
        </p:nvSpPr>
        <p:spPr>
          <a:xfrm rot="20780835">
            <a:off x="17009919" y="8709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3E003DEE-47DA-6BD8-4F7F-4C2C981AB5CF}"/>
              </a:ext>
            </a:extLst>
          </p:cNvPr>
          <p:cNvSpPr/>
          <p:nvPr/>
        </p:nvSpPr>
        <p:spPr>
          <a:xfrm rot="20780835">
            <a:off x="4705710" y="70586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D820CF0E-1CBB-1C4B-D5EF-CE8F7C40247E}"/>
              </a:ext>
            </a:extLst>
          </p:cNvPr>
          <p:cNvSpPr/>
          <p:nvPr/>
        </p:nvSpPr>
        <p:spPr>
          <a:xfrm rot="20780835">
            <a:off x="5024311" y="6576783"/>
            <a:ext cx="227792" cy="3037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C099673E-C2F0-139B-02EB-2EAAC38C937A}"/>
              </a:ext>
            </a:extLst>
          </p:cNvPr>
          <p:cNvSpPr/>
          <p:nvPr/>
        </p:nvSpPr>
        <p:spPr>
          <a:xfrm rot="20780835">
            <a:off x="5291818" y="61509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9D87B05F-96FE-54C1-ADFD-94AE688DFAC2}"/>
              </a:ext>
            </a:extLst>
          </p:cNvPr>
          <p:cNvSpPr/>
          <p:nvPr/>
        </p:nvSpPr>
        <p:spPr>
          <a:xfrm rot="20780835">
            <a:off x="3138167" y="55273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2DF922D5-FDE5-CE66-9D1B-8C8A9D329C5E}"/>
              </a:ext>
            </a:extLst>
          </p:cNvPr>
          <p:cNvSpPr/>
          <p:nvPr/>
        </p:nvSpPr>
        <p:spPr>
          <a:xfrm rot="20780835">
            <a:off x="3431221" y="5056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B4FA620D-0459-F95C-3843-33ED28DB10CF}"/>
              </a:ext>
            </a:extLst>
          </p:cNvPr>
          <p:cNvSpPr/>
          <p:nvPr/>
        </p:nvSpPr>
        <p:spPr>
          <a:xfrm rot="20780835">
            <a:off x="3813808" y="685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B46DDB2D-698E-11BC-7814-F755A5E9C340}"/>
              </a:ext>
            </a:extLst>
          </p:cNvPr>
          <p:cNvSpPr/>
          <p:nvPr/>
        </p:nvSpPr>
        <p:spPr>
          <a:xfrm rot="20780835">
            <a:off x="6111689" y="6108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368E3768-2A10-0274-E27F-EA060FB8EFCA}"/>
              </a:ext>
            </a:extLst>
          </p:cNvPr>
          <p:cNvSpPr/>
          <p:nvPr/>
        </p:nvSpPr>
        <p:spPr>
          <a:xfrm rot="20780835">
            <a:off x="6404743" y="5637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22F29C83-8858-DBF0-0B54-892C56F43CEA}"/>
              </a:ext>
            </a:extLst>
          </p:cNvPr>
          <p:cNvSpPr/>
          <p:nvPr/>
        </p:nvSpPr>
        <p:spPr>
          <a:xfrm rot="20780835">
            <a:off x="6697797" y="52007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BC4B7530-AD00-D0E3-C6FD-F2B2097E95FE}"/>
              </a:ext>
            </a:extLst>
          </p:cNvPr>
          <p:cNvSpPr/>
          <p:nvPr/>
        </p:nvSpPr>
        <p:spPr>
          <a:xfrm rot="20780835">
            <a:off x="2263990" y="62530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17AB5C0F-63FE-8094-0D7C-52C4EE2FD1B8}"/>
              </a:ext>
            </a:extLst>
          </p:cNvPr>
          <p:cNvSpPr/>
          <p:nvPr/>
        </p:nvSpPr>
        <p:spPr>
          <a:xfrm rot="20780835">
            <a:off x="2557044" y="57818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8582FF10-DE33-707D-3E8F-FEFBAF5CAADD}"/>
              </a:ext>
            </a:extLst>
          </p:cNvPr>
          <p:cNvSpPr/>
          <p:nvPr/>
        </p:nvSpPr>
        <p:spPr>
          <a:xfrm rot="20780835">
            <a:off x="2850098" y="53454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107C3211-8A7E-FB95-3A07-2AC4081FE57B}"/>
              </a:ext>
            </a:extLst>
          </p:cNvPr>
          <p:cNvSpPr/>
          <p:nvPr/>
        </p:nvSpPr>
        <p:spPr>
          <a:xfrm rot="20780835">
            <a:off x="4966137" y="53514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C82846AA-89A1-D477-C569-3C75390C2C97}"/>
              </a:ext>
            </a:extLst>
          </p:cNvPr>
          <p:cNvSpPr/>
          <p:nvPr/>
        </p:nvSpPr>
        <p:spPr>
          <a:xfrm rot="20780835">
            <a:off x="5259191" y="48802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9CF63ECA-67DD-7C7B-AC68-4FF30C6DB1BC}"/>
              </a:ext>
            </a:extLst>
          </p:cNvPr>
          <p:cNvSpPr/>
          <p:nvPr/>
        </p:nvSpPr>
        <p:spPr>
          <a:xfrm rot="20780835">
            <a:off x="2968521" y="884436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329C4994-8288-85FE-9FD7-74B1C6352984}"/>
              </a:ext>
            </a:extLst>
          </p:cNvPr>
          <p:cNvSpPr/>
          <p:nvPr/>
        </p:nvSpPr>
        <p:spPr>
          <a:xfrm rot="20780835">
            <a:off x="3261575" y="83731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0BEAC57E-F2A2-703A-EF54-06311460BD90}"/>
              </a:ext>
            </a:extLst>
          </p:cNvPr>
          <p:cNvSpPr/>
          <p:nvPr/>
        </p:nvSpPr>
        <p:spPr>
          <a:xfrm rot="20780835">
            <a:off x="3554629" y="79367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A94EB824-4C0D-8FFE-A77C-6E0729F44271}"/>
              </a:ext>
            </a:extLst>
          </p:cNvPr>
          <p:cNvSpPr/>
          <p:nvPr/>
        </p:nvSpPr>
        <p:spPr>
          <a:xfrm rot="20780835">
            <a:off x="1400978" y="73131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CEFC1790-1E68-4BE2-FE0A-3490F23811C8}"/>
              </a:ext>
            </a:extLst>
          </p:cNvPr>
          <p:cNvSpPr/>
          <p:nvPr/>
        </p:nvSpPr>
        <p:spPr>
          <a:xfrm rot="20780835">
            <a:off x="1694032" y="68418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6D215430-2452-06F7-FD4E-A59533E8EAD1}"/>
              </a:ext>
            </a:extLst>
          </p:cNvPr>
          <p:cNvSpPr/>
          <p:nvPr/>
        </p:nvSpPr>
        <p:spPr>
          <a:xfrm rot="20780835">
            <a:off x="2076619" y="86363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9874A507-927B-F76A-9AEB-1ADA31B23B68}"/>
              </a:ext>
            </a:extLst>
          </p:cNvPr>
          <p:cNvSpPr/>
          <p:nvPr/>
        </p:nvSpPr>
        <p:spPr>
          <a:xfrm rot="20780835">
            <a:off x="4374500" y="78941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FCCD48E8-D4A4-D7B9-294D-4AAA8436ADF9}"/>
              </a:ext>
            </a:extLst>
          </p:cNvPr>
          <p:cNvSpPr/>
          <p:nvPr/>
        </p:nvSpPr>
        <p:spPr>
          <a:xfrm rot="20780835">
            <a:off x="4667554" y="7422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BF4AC5C0-58C9-1EE4-0051-C11A34320086}"/>
              </a:ext>
            </a:extLst>
          </p:cNvPr>
          <p:cNvSpPr/>
          <p:nvPr/>
        </p:nvSpPr>
        <p:spPr>
          <a:xfrm rot="20780835">
            <a:off x="4960608" y="69865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8" name="Star: 5 Points 97">
            <a:extLst>
              <a:ext uri="{FF2B5EF4-FFF2-40B4-BE49-F238E27FC236}">
                <a16:creationId xmlns:a16="http://schemas.microsoft.com/office/drawing/2014/main" id="{28770C69-A7DF-4446-7A28-6D05D88C219A}"/>
              </a:ext>
            </a:extLst>
          </p:cNvPr>
          <p:cNvSpPr/>
          <p:nvPr/>
        </p:nvSpPr>
        <p:spPr>
          <a:xfrm rot="20780835">
            <a:off x="526801" y="80388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3C996EA8-5C54-C6F0-8F66-7AE81CC457A1}"/>
              </a:ext>
            </a:extLst>
          </p:cNvPr>
          <p:cNvSpPr/>
          <p:nvPr/>
        </p:nvSpPr>
        <p:spPr>
          <a:xfrm rot="20780835">
            <a:off x="819855" y="75675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12D28044-FFF0-BA07-2F62-74E364BF2AAB}"/>
              </a:ext>
            </a:extLst>
          </p:cNvPr>
          <p:cNvSpPr/>
          <p:nvPr/>
        </p:nvSpPr>
        <p:spPr>
          <a:xfrm rot="20780835">
            <a:off x="1112909" y="71312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D2B60FC9-2588-4704-6F95-B97338C739F7}"/>
              </a:ext>
            </a:extLst>
          </p:cNvPr>
          <p:cNvSpPr/>
          <p:nvPr/>
        </p:nvSpPr>
        <p:spPr>
          <a:xfrm rot="20780835">
            <a:off x="3228948" y="71371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46BB2E9E-08B3-02AD-FD71-7DBEBB967BF8}"/>
              </a:ext>
            </a:extLst>
          </p:cNvPr>
          <p:cNvSpPr/>
          <p:nvPr/>
        </p:nvSpPr>
        <p:spPr>
          <a:xfrm rot="20780835">
            <a:off x="3522002" y="66659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3" name="Star: 5 Points 102">
            <a:extLst>
              <a:ext uri="{FF2B5EF4-FFF2-40B4-BE49-F238E27FC236}">
                <a16:creationId xmlns:a16="http://schemas.microsoft.com/office/drawing/2014/main" id="{21FC23C2-9FBA-ED0F-DD33-BB256AA88311}"/>
              </a:ext>
            </a:extLst>
          </p:cNvPr>
          <p:cNvSpPr/>
          <p:nvPr/>
        </p:nvSpPr>
        <p:spPr>
          <a:xfrm rot="20780835">
            <a:off x="8295194" y="94023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0152FB84-24B8-3EF6-447E-63C667299BEC}"/>
              </a:ext>
            </a:extLst>
          </p:cNvPr>
          <p:cNvSpPr/>
          <p:nvPr/>
        </p:nvSpPr>
        <p:spPr>
          <a:xfrm rot="20780835">
            <a:off x="8588248" y="89311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C1F1AB5D-9DBA-4913-D210-F408A6D50283}"/>
              </a:ext>
            </a:extLst>
          </p:cNvPr>
          <p:cNvSpPr/>
          <p:nvPr/>
        </p:nvSpPr>
        <p:spPr>
          <a:xfrm rot="20780835">
            <a:off x="8881302" y="84947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4390D58C-2E98-F138-38C2-2FCF2C39FAFB}"/>
              </a:ext>
            </a:extLst>
          </p:cNvPr>
          <p:cNvSpPr/>
          <p:nvPr/>
        </p:nvSpPr>
        <p:spPr>
          <a:xfrm rot="20780835">
            <a:off x="6727651" y="7871098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7" name="Star: 5 Points 106">
            <a:extLst>
              <a:ext uri="{FF2B5EF4-FFF2-40B4-BE49-F238E27FC236}">
                <a16:creationId xmlns:a16="http://schemas.microsoft.com/office/drawing/2014/main" id="{4A1CF2C8-950B-89BB-EB3D-2141B3544523}"/>
              </a:ext>
            </a:extLst>
          </p:cNvPr>
          <p:cNvSpPr/>
          <p:nvPr/>
        </p:nvSpPr>
        <p:spPr>
          <a:xfrm rot="20780835">
            <a:off x="7020705" y="7399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629C9E10-F7D5-10BE-B38F-270C33E471AB}"/>
              </a:ext>
            </a:extLst>
          </p:cNvPr>
          <p:cNvSpPr/>
          <p:nvPr/>
        </p:nvSpPr>
        <p:spPr>
          <a:xfrm rot="20780835">
            <a:off x="789272" y="9580283"/>
            <a:ext cx="238759" cy="1024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920FC211-6A50-719C-5912-2ECDC9EE249E}"/>
              </a:ext>
            </a:extLst>
          </p:cNvPr>
          <p:cNvSpPr/>
          <p:nvPr/>
        </p:nvSpPr>
        <p:spPr>
          <a:xfrm rot="20780835">
            <a:off x="9701173" y="84521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E567DE8E-4C01-9659-7C92-D2684A6264D6}"/>
              </a:ext>
            </a:extLst>
          </p:cNvPr>
          <p:cNvSpPr/>
          <p:nvPr/>
        </p:nvSpPr>
        <p:spPr>
          <a:xfrm rot="20780835">
            <a:off x="9994227" y="79809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1" name="Star: 5 Points 110">
            <a:extLst>
              <a:ext uri="{FF2B5EF4-FFF2-40B4-BE49-F238E27FC236}">
                <a16:creationId xmlns:a16="http://schemas.microsoft.com/office/drawing/2014/main" id="{9B725A6E-C98B-F848-DE1C-34FE2FC3C04D}"/>
              </a:ext>
            </a:extLst>
          </p:cNvPr>
          <p:cNvSpPr/>
          <p:nvPr/>
        </p:nvSpPr>
        <p:spPr>
          <a:xfrm rot="20780835">
            <a:off x="10287281" y="75445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28B67FC1-3BD1-D56D-C168-15D6E6555BCA}"/>
              </a:ext>
            </a:extLst>
          </p:cNvPr>
          <p:cNvSpPr/>
          <p:nvPr/>
        </p:nvSpPr>
        <p:spPr>
          <a:xfrm rot="20780835">
            <a:off x="5853474" y="85968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B9A73DC6-8C9A-21C5-6C7C-204A7DE33682}"/>
              </a:ext>
            </a:extLst>
          </p:cNvPr>
          <p:cNvSpPr/>
          <p:nvPr/>
        </p:nvSpPr>
        <p:spPr>
          <a:xfrm rot="20780835">
            <a:off x="6146528" y="8125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777A929F-1535-53D5-F28D-08C4EB999059}"/>
              </a:ext>
            </a:extLst>
          </p:cNvPr>
          <p:cNvSpPr/>
          <p:nvPr/>
        </p:nvSpPr>
        <p:spPr>
          <a:xfrm rot="20780835">
            <a:off x="6439582" y="76892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7DD6DB2-09CD-C4F6-49F6-B31A11FB110D}"/>
              </a:ext>
            </a:extLst>
          </p:cNvPr>
          <p:cNvSpPr/>
          <p:nvPr/>
        </p:nvSpPr>
        <p:spPr>
          <a:xfrm rot="20780835">
            <a:off x="8555621" y="76951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752D25AF-84C9-E35B-5A69-20F7F44748FA}"/>
              </a:ext>
            </a:extLst>
          </p:cNvPr>
          <p:cNvSpPr/>
          <p:nvPr/>
        </p:nvSpPr>
        <p:spPr>
          <a:xfrm rot="20780835">
            <a:off x="8850728" y="7209422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79E4044F-61BC-840D-24AD-2254DADEB615}"/>
              </a:ext>
            </a:extLst>
          </p:cNvPr>
          <p:cNvSpPr/>
          <p:nvPr/>
        </p:nvSpPr>
        <p:spPr>
          <a:xfrm rot="20780835">
            <a:off x="13689050" y="93316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3D0D4616-B08B-7555-AB3A-1137BB2ADA0C}"/>
              </a:ext>
            </a:extLst>
          </p:cNvPr>
          <p:cNvSpPr/>
          <p:nvPr/>
        </p:nvSpPr>
        <p:spPr>
          <a:xfrm rot="20780835">
            <a:off x="13982104" y="8860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9" name="Star: 5 Points 118">
            <a:extLst>
              <a:ext uri="{FF2B5EF4-FFF2-40B4-BE49-F238E27FC236}">
                <a16:creationId xmlns:a16="http://schemas.microsoft.com/office/drawing/2014/main" id="{A452A34D-4853-C42A-DC6E-4A46C7A73578}"/>
              </a:ext>
            </a:extLst>
          </p:cNvPr>
          <p:cNvSpPr/>
          <p:nvPr/>
        </p:nvSpPr>
        <p:spPr>
          <a:xfrm rot="20780835">
            <a:off x="14275158" y="84240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A5973444-BB92-16A4-34FB-D4D48666873C}"/>
              </a:ext>
            </a:extLst>
          </p:cNvPr>
          <p:cNvSpPr/>
          <p:nvPr/>
        </p:nvSpPr>
        <p:spPr>
          <a:xfrm rot="20780835">
            <a:off x="12121507" y="7800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1" name="Star: 5 Points 120">
            <a:extLst>
              <a:ext uri="{FF2B5EF4-FFF2-40B4-BE49-F238E27FC236}">
                <a16:creationId xmlns:a16="http://schemas.microsoft.com/office/drawing/2014/main" id="{35577172-6EAA-BC43-BB7D-1946A2356C04}"/>
              </a:ext>
            </a:extLst>
          </p:cNvPr>
          <p:cNvSpPr/>
          <p:nvPr/>
        </p:nvSpPr>
        <p:spPr>
          <a:xfrm rot="20780835">
            <a:off x="12414561" y="7329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85B92CAA-994E-8BE8-3DC2-9204E70BF7EC}"/>
              </a:ext>
            </a:extLst>
          </p:cNvPr>
          <p:cNvSpPr/>
          <p:nvPr/>
        </p:nvSpPr>
        <p:spPr>
          <a:xfrm rot="20780835">
            <a:off x="12797148" y="91236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76C853B5-C62C-F97E-4586-75E752390D0A}"/>
              </a:ext>
            </a:extLst>
          </p:cNvPr>
          <p:cNvSpPr/>
          <p:nvPr/>
        </p:nvSpPr>
        <p:spPr>
          <a:xfrm rot="20780835">
            <a:off x="16945604" y="8019018"/>
            <a:ext cx="148841" cy="13037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88CD5A76-5206-3E52-3C92-E614A35181D5}"/>
              </a:ext>
            </a:extLst>
          </p:cNvPr>
          <p:cNvSpPr/>
          <p:nvPr/>
        </p:nvSpPr>
        <p:spPr>
          <a:xfrm rot="20780835">
            <a:off x="15388083" y="79102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F1F6963E-5231-808E-8CC7-E9B28CEAD912}"/>
              </a:ext>
            </a:extLst>
          </p:cNvPr>
          <p:cNvSpPr/>
          <p:nvPr/>
        </p:nvSpPr>
        <p:spPr>
          <a:xfrm rot="20780835">
            <a:off x="15681137" y="7473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366F6296-A98C-3A93-E217-6FD1DC170FDF}"/>
              </a:ext>
            </a:extLst>
          </p:cNvPr>
          <p:cNvSpPr/>
          <p:nvPr/>
        </p:nvSpPr>
        <p:spPr>
          <a:xfrm rot="20780835">
            <a:off x="11247330" y="85261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B0E894F5-9FBC-35B3-E12D-E0C36346B27D}"/>
              </a:ext>
            </a:extLst>
          </p:cNvPr>
          <p:cNvSpPr/>
          <p:nvPr/>
        </p:nvSpPr>
        <p:spPr>
          <a:xfrm rot="20780835">
            <a:off x="11540384" y="80549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2FD2EA01-9DD6-BEB7-AB53-7275A7E36C82}"/>
              </a:ext>
            </a:extLst>
          </p:cNvPr>
          <p:cNvSpPr/>
          <p:nvPr/>
        </p:nvSpPr>
        <p:spPr>
          <a:xfrm rot="20780835">
            <a:off x="11833438" y="76185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26FB972A-6359-7E6E-15FD-4084ECB55352}"/>
              </a:ext>
            </a:extLst>
          </p:cNvPr>
          <p:cNvSpPr/>
          <p:nvPr/>
        </p:nvSpPr>
        <p:spPr>
          <a:xfrm rot="20780835">
            <a:off x="13949477" y="76245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931DC7F2-0A5F-8515-0B1D-DAD033CEE69D}"/>
              </a:ext>
            </a:extLst>
          </p:cNvPr>
          <p:cNvSpPr/>
          <p:nvPr/>
        </p:nvSpPr>
        <p:spPr>
          <a:xfrm rot="20780835">
            <a:off x="14242531" y="71532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EADEDAEC-7EA7-A579-9629-74E7C3A3F196}"/>
              </a:ext>
            </a:extLst>
          </p:cNvPr>
          <p:cNvSpPr/>
          <p:nvPr/>
        </p:nvSpPr>
        <p:spPr>
          <a:xfrm rot="20780835">
            <a:off x="8703216" y="3431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E0E2B3F8-6F4E-6E1C-E051-476B732B0B7A}"/>
              </a:ext>
            </a:extLst>
          </p:cNvPr>
          <p:cNvSpPr/>
          <p:nvPr/>
        </p:nvSpPr>
        <p:spPr>
          <a:xfrm rot="20780835">
            <a:off x="8996270" y="29606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817E3D7A-19A1-0B33-E5D9-AA6FE4EC0C9E}"/>
              </a:ext>
            </a:extLst>
          </p:cNvPr>
          <p:cNvSpPr/>
          <p:nvPr/>
        </p:nvSpPr>
        <p:spPr>
          <a:xfrm rot="20780835">
            <a:off x="9289324" y="25242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BADF7531-5C54-AA5B-8171-4EDE7184723B}"/>
              </a:ext>
            </a:extLst>
          </p:cNvPr>
          <p:cNvSpPr/>
          <p:nvPr/>
        </p:nvSpPr>
        <p:spPr>
          <a:xfrm rot="20780835">
            <a:off x="7135673" y="190066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31527D62-0908-1499-17AB-32CCDCF56FD1}"/>
              </a:ext>
            </a:extLst>
          </p:cNvPr>
          <p:cNvSpPr/>
          <p:nvPr/>
        </p:nvSpPr>
        <p:spPr>
          <a:xfrm rot="20780835">
            <a:off x="7428727" y="14294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F851CACD-2B55-1E32-4347-14C0E35A3657}"/>
              </a:ext>
            </a:extLst>
          </p:cNvPr>
          <p:cNvSpPr/>
          <p:nvPr/>
        </p:nvSpPr>
        <p:spPr>
          <a:xfrm rot="20780835">
            <a:off x="7811314" y="32238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DE6F6ED4-9D89-DE02-9E2C-6B38F4AED9E1}"/>
              </a:ext>
            </a:extLst>
          </p:cNvPr>
          <p:cNvSpPr/>
          <p:nvPr/>
        </p:nvSpPr>
        <p:spPr>
          <a:xfrm rot="20780835">
            <a:off x="10109195" y="24817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2BA67B9F-6797-0A78-2BBF-27BD6F45B92D}"/>
              </a:ext>
            </a:extLst>
          </p:cNvPr>
          <p:cNvSpPr/>
          <p:nvPr/>
        </p:nvSpPr>
        <p:spPr>
          <a:xfrm rot="20780835">
            <a:off x="10402249" y="201047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06681827-A3D3-5B0F-07FE-EA8B14204907}"/>
              </a:ext>
            </a:extLst>
          </p:cNvPr>
          <p:cNvSpPr/>
          <p:nvPr/>
        </p:nvSpPr>
        <p:spPr>
          <a:xfrm rot="20780835">
            <a:off x="10695303" y="1574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3B61867B-B915-3366-10F9-0CD43806A2BD}"/>
              </a:ext>
            </a:extLst>
          </p:cNvPr>
          <p:cNvSpPr/>
          <p:nvPr/>
        </p:nvSpPr>
        <p:spPr>
          <a:xfrm rot="20780835">
            <a:off x="6261496" y="26264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BBD0A617-4D9C-0C7F-9294-FC57031C49C9}"/>
              </a:ext>
            </a:extLst>
          </p:cNvPr>
          <p:cNvSpPr/>
          <p:nvPr/>
        </p:nvSpPr>
        <p:spPr>
          <a:xfrm rot="20780835">
            <a:off x="6554550" y="21551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C9BBA5D1-AA93-1923-6CEF-2A76EC133B14}"/>
              </a:ext>
            </a:extLst>
          </p:cNvPr>
          <p:cNvSpPr/>
          <p:nvPr/>
        </p:nvSpPr>
        <p:spPr>
          <a:xfrm rot="20780835">
            <a:off x="6847604" y="17187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FE1EC13B-E9F5-151C-6A21-C4F67101EB83}"/>
              </a:ext>
            </a:extLst>
          </p:cNvPr>
          <p:cNvSpPr/>
          <p:nvPr/>
        </p:nvSpPr>
        <p:spPr>
          <a:xfrm rot="20780835">
            <a:off x="8967249" y="171484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62764F4B-7731-38D8-99E5-DBEBD110319A}"/>
              </a:ext>
            </a:extLst>
          </p:cNvPr>
          <p:cNvSpPr/>
          <p:nvPr/>
        </p:nvSpPr>
        <p:spPr>
          <a:xfrm rot="20780835">
            <a:off x="9256697" y="12535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7B127ADD-EF13-61B1-AD9E-B1BB0D42E3AB}"/>
              </a:ext>
            </a:extLst>
          </p:cNvPr>
          <p:cNvSpPr/>
          <p:nvPr/>
        </p:nvSpPr>
        <p:spPr>
          <a:xfrm rot="20780835">
            <a:off x="13394789" y="375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AB74D4E0-6D10-874D-6B8B-985E4918DADB}"/>
              </a:ext>
            </a:extLst>
          </p:cNvPr>
          <p:cNvSpPr/>
          <p:nvPr/>
        </p:nvSpPr>
        <p:spPr>
          <a:xfrm rot="20780835">
            <a:off x="13687843" y="32817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3341EC8E-494B-CFBA-C93F-DCE9D1063C63}"/>
              </a:ext>
            </a:extLst>
          </p:cNvPr>
          <p:cNvSpPr/>
          <p:nvPr/>
        </p:nvSpPr>
        <p:spPr>
          <a:xfrm rot="20780835">
            <a:off x="13980897" y="28453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72DD052D-3F00-3A1F-C3F1-60287590E96C}"/>
              </a:ext>
            </a:extLst>
          </p:cNvPr>
          <p:cNvSpPr/>
          <p:nvPr/>
        </p:nvSpPr>
        <p:spPr>
          <a:xfrm rot="20780835">
            <a:off x="11827246" y="22217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F235AFB0-CA60-37EB-3D62-D0FD9189C79A}"/>
              </a:ext>
            </a:extLst>
          </p:cNvPr>
          <p:cNvSpPr/>
          <p:nvPr/>
        </p:nvSpPr>
        <p:spPr>
          <a:xfrm rot="20780835">
            <a:off x="12120300" y="17504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27A7FB3B-55C8-F631-5D1E-0A8C046EA24C}"/>
              </a:ext>
            </a:extLst>
          </p:cNvPr>
          <p:cNvSpPr/>
          <p:nvPr/>
        </p:nvSpPr>
        <p:spPr>
          <a:xfrm rot="20780835">
            <a:off x="12502887" y="35449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BD846E3C-7632-0E62-0112-A6E4BBF17E93}"/>
              </a:ext>
            </a:extLst>
          </p:cNvPr>
          <p:cNvSpPr/>
          <p:nvPr/>
        </p:nvSpPr>
        <p:spPr>
          <a:xfrm rot="20780835">
            <a:off x="14800768" y="280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5C8F17CF-59DE-A065-CD2E-86BE4835556C}"/>
              </a:ext>
            </a:extLst>
          </p:cNvPr>
          <p:cNvSpPr/>
          <p:nvPr/>
        </p:nvSpPr>
        <p:spPr>
          <a:xfrm rot="20780835">
            <a:off x="15093822" y="233154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9ECDB8C3-3CBE-C6CE-511B-A0FC8DB5C0CE}"/>
              </a:ext>
            </a:extLst>
          </p:cNvPr>
          <p:cNvSpPr/>
          <p:nvPr/>
        </p:nvSpPr>
        <p:spPr>
          <a:xfrm rot="20780835">
            <a:off x="15225861" y="1726071"/>
            <a:ext cx="158858" cy="285702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39687F89-AC42-8D9E-DF43-7A626A9ADCD6}"/>
              </a:ext>
            </a:extLst>
          </p:cNvPr>
          <p:cNvSpPr/>
          <p:nvPr/>
        </p:nvSpPr>
        <p:spPr>
          <a:xfrm rot="20780835">
            <a:off x="10953069" y="29474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26C0F3D3-D018-3B38-71D5-5817A447595A}"/>
              </a:ext>
            </a:extLst>
          </p:cNvPr>
          <p:cNvSpPr/>
          <p:nvPr/>
        </p:nvSpPr>
        <p:spPr>
          <a:xfrm rot="20780835">
            <a:off x="11246123" y="247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7D86C3EA-7AE9-B9D4-77F5-6C4754E708FD}"/>
              </a:ext>
            </a:extLst>
          </p:cNvPr>
          <p:cNvSpPr/>
          <p:nvPr/>
        </p:nvSpPr>
        <p:spPr>
          <a:xfrm rot="20780835">
            <a:off x="11539177" y="20398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9D47F830-BC58-3B83-8A45-C5E206D24BCD}"/>
              </a:ext>
            </a:extLst>
          </p:cNvPr>
          <p:cNvSpPr/>
          <p:nvPr/>
        </p:nvSpPr>
        <p:spPr>
          <a:xfrm rot="20780835">
            <a:off x="13655216" y="204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27521606-37A9-890C-4A86-96DBDDB7310B}"/>
              </a:ext>
            </a:extLst>
          </p:cNvPr>
          <p:cNvSpPr/>
          <p:nvPr/>
        </p:nvSpPr>
        <p:spPr>
          <a:xfrm rot="20780835">
            <a:off x="13948270" y="15745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DC9FAD6E-A965-606E-D27D-90BD7F93705C}"/>
              </a:ext>
            </a:extLst>
          </p:cNvPr>
          <p:cNvSpPr/>
          <p:nvPr/>
        </p:nvSpPr>
        <p:spPr>
          <a:xfrm rot="20780835">
            <a:off x="14252657" y="78737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172DC608-DB1A-6FFC-E6F7-FD2EAEFF9402}"/>
              </a:ext>
            </a:extLst>
          </p:cNvPr>
          <p:cNvSpPr/>
          <p:nvPr/>
        </p:nvSpPr>
        <p:spPr>
          <a:xfrm rot="20780835">
            <a:off x="14545711" y="74025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9F3687BF-2289-AB67-566E-4AB4476801AD}"/>
              </a:ext>
            </a:extLst>
          </p:cNvPr>
          <p:cNvSpPr/>
          <p:nvPr/>
        </p:nvSpPr>
        <p:spPr>
          <a:xfrm rot="20780835">
            <a:off x="14838765" y="69661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CFD7AF11-C7CC-3763-118E-FCE010FA694D}"/>
              </a:ext>
            </a:extLst>
          </p:cNvPr>
          <p:cNvSpPr/>
          <p:nvPr/>
        </p:nvSpPr>
        <p:spPr>
          <a:xfrm rot="20780835">
            <a:off x="12685114" y="63424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0FFCC63A-4474-DB14-E9C8-3629B8D2AAC2}"/>
              </a:ext>
            </a:extLst>
          </p:cNvPr>
          <p:cNvSpPr/>
          <p:nvPr/>
        </p:nvSpPr>
        <p:spPr>
          <a:xfrm rot="20780835">
            <a:off x="12978168" y="58712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1E5E97FB-360A-CDCF-93EE-23D157A46674}"/>
              </a:ext>
            </a:extLst>
          </p:cNvPr>
          <p:cNvSpPr/>
          <p:nvPr/>
        </p:nvSpPr>
        <p:spPr>
          <a:xfrm rot="20780835">
            <a:off x="13360755" y="76657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5" name="Star: 5 Points 164">
            <a:extLst>
              <a:ext uri="{FF2B5EF4-FFF2-40B4-BE49-F238E27FC236}">
                <a16:creationId xmlns:a16="http://schemas.microsoft.com/office/drawing/2014/main" id="{AA094453-3FC2-BB62-17CC-3ED9A2BBFC3E}"/>
              </a:ext>
            </a:extLst>
          </p:cNvPr>
          <p:cNvSpPr/>
          <p:nvPr/>
        </p:nvSpPr>
        <p:spPr>
          <a:xfrm rot="20780835">
            <a:off x="8559638" y="4459769"/>
            <a:ext cx="237365" cy="17035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6DF832A6-648C-7D0B-12DA-0A94F562569E}"/>
              </a:ext>
            </a:extLst>
          </p:cNvPr>
          <p:cNvSpPr/>
          <p:nvPr/>
        </p:nvSpPr>
        <p:spPr>
          <a:xfrm rot="20780835">
            <a:off x="15951690" y="64523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7230C33D-E789-2F01-1F69-1E341CF3EF2C}"/>
              </a:ext>
            </a:extLst>
          </p:cNvPr>
          <p:cNvSpPr/>
          <p:nvPr/>
        </p:nvSpPr>
        <p:spPr>
          <a:xfrm rot="20780835">
            <a:off x="16244744" y="60159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8" name="Star: 5 Points 167">
            <a:extLst>
              <a:ext uri="{FF2B5EF4-FFF2-40B4-BE49-F238E27FC236}">
                <a16:creationId xmlns:a16="http://schemas.microsoft.com/office/drawing/2014/main" id="{4743FFB1-C07F-9F7C-5722-4F089AA47322}"/>
              </a:ext>
            </a:extLst>
          </p:cNvPr>
          <p:cNvSpPr/>
          <p:nvPr/>
        </p:nvSpPr>
        <p:spPr>
          <a:xfrm rot="20780835">
            <a:off x="11810937" y="70682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8E4454B1-84A8-33F9-0B79-ABDD7A5D40BC}"/>
              </a:ext>
            </a:extLst>
          </p:cNvPr>
          <p:cNvSpPr/>
          <p:nvPr/>
        </p:nvSpPr>
        <p:spPr>
          <a:xfrm rot="20780835">
            <a:off x="12103991" y="65969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8042F637-D3B3-E878-138B-EB7B38E8324B}"/>
              </a:ext>
            </a:extLst>
          </p:cNvPr>
          <p:cNvSpPr/>
          <p:nvPr/>
        </p:nvSpPr>
        <p:spPr>
          <a:xfrm rot="20780835">
            <a:off x="12397045" y="61606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F8C6F31C-D280-0996-325F-397BB8AB43A4}"/>
              </a:ext>
            </a:extLst>
          </p:cNvPr>
          <p:cNvSpPr/>
          <p:nvPr/>
        </p:nvSpPr>
        <p:spPr>
          <a:xfrm rot="20780835">
            <a:off x="14513084" y="61665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2" name="Star: 5 Points 171">
            <a:extLst>
              <a:ext uri="{FF2B5EF4-FFF2-40B4-BE49-F238E27FC236}">
                <a16:creationId xmlns:a16="http://schemas.microsoft.com/office/drawing/2014/main" id="{8832395C-D59A-45BF-7D05-D005198F768A}"/>
              </a:ext>
            </a:extLst>
          </p:cNvPr>
          <p:cNvSpPr/>
          <p:nvPr/>
        </p:nvSpPr>
        <p:spPr>
          <a:xfrm rot="20780835">
            <a:off x="14688510" y="5638298"/>
            <a:ext cx="184274" cy="16182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54CFE2F4-AD0F-56B1-610C-E43BC9BF8C1F}"/>
              </a:ext>
            </a:extLst>
          </p:cNvPr>
          <p:cNvSpPr/>
          <p:nvPr/>
        </p:nvSpPr>
        <p:spPr>
          <a:xfrm rot="20780835">
            <a:off x="5987851" y="1380041"/>
            <a:ext cx="164900" cy="7975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63C9727F-3505-586B-7844-33918BDFBA7E}"/>
              </a:ext>
            </a:extLst>
          </p:cNvPr>
          <p:cNvSpPr/>
          <p:nvPr/>
        </p:nvSpPr>
        <p:spPr>
          <a:xfrm rot="20780835">
            <a:off x="3834200" y="7564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5" name="Star: 5 Points 174">
            <a:extLst>
              <a:ext uri="{FF2B5EF4-FFF2-40B4-BE49-F238E27FC236}">
                <a16:creationId xmlns:a16="http://schemas.microsoft.com/office/drawing/2014/main" id="{A3DE7D29-64A5-340C-1FC5-681578033577}"/>
              </a:ext>
            </a:extLst>
          </p:cNvPr>
          <p:cNvSpPr/>
          <p:nvPr/>
        </p:nvSpPr>
        <p:spPr>
          <a:xfrm rot="20780835">
            <a:off x="10655421" y="119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0F88E942-CE19-57A8-3CB4-549CEBCBAB51}"/>
              </a:ext>
            </a:extLst>
          </p:cNvPr>
          <p:cNvSpPr/>
          <p:nvPr/>
        </p:nvSpPr>
        <p:spPr>
          <a:xfrm rot="20780835">
            <a:off x="10948475" y="7215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7" name="Star: 5 Points 176">
            <a:extLst>
              <a:ext uri="{FF2B5EF4-FFF2-40B4-BE49-F238E27FC236}">
                <a16:creationId xmlns:a16="http://schemas.microsoft.com/office/drawing/2014/main" id="{00692D08-A531-C54B-38B6-715ECED47F3C}"/>
              </a:ext>
            </a:extLst>
          </p:cNvPr>
          <p:cNvSpPr/>
          <p:nvPr/>
        </p:nvSpPr>
        <p:spPr>
          <a:xfrm rot="20780835">
            <a:off x="6807722" y="1337471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8" name="Star: 5 Points 177">
            <a:extLst>
              <a:ext uri="{FF2B5EF4-FFF2-40B4-BE49-F238E27FC236}">
                <a16:creationId xmlns:a16="http://schemas.microsoft.com/office/drawing/2014/main" id="{5735D2A9-C943-1647-8F34-173674793A7C}"/>
              </a:ext>
            </a:extLst>
          </p:cNvPr>
          <p:cNvSpPr/>
          <p:nvPr/>
        </p:nvSpPr>
        <p:spPr>
          <a:xfrm rot="20780835">
            <a:off x="7100776" y="86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9" name="Star: 5 Points 178">
            <a:extLst>
              <a:ext uri="{FF2B5EF4-FFF2-40B4-BE49-F238E27FC236}">
                <a16:creationId xmlns:a16="http://schemas.microsoft.com/office/drawing/2014/main" id="{EFA4FB63-35C2-5FC9-3BE0-74CF5EC30A0A}"/>
              </a:ext>
            </a:extLst>
          </p:cNvPr>
          <p:cNvSpPr/>
          <p:nvPr/>
        </p:nvSpPr>
        <p:spPr>
          <a:xfrm rot="20780835">
            <a:off x="2998898" y="1545260"/>
            <a:ext cx="290217" cy="258632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5C2E8A2C-BE53-7678-93FE-D5845B129381}"/>
              </a:ext>
            </a:extLst>
          </p:cNvPr>
          <p:cNvSpPr/>
          <p:nvPr/>
        </p:nvSpPr>
        <p:spPr>
          <a:xfrm rot="20780835">
            <a:off x="3253077" y="10109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573F7911-F2E2-6CD9-5C3F-82AF34588141}"/>
              </a:ext>
            </a:extLst>
          </p:cNvPr>
          <p:cNvSpPr/>
          <p:nvPr/>
        </p:nvSpPr>
        <p:spPr>
          <a:xfrm rot="20780835">
            <a:off x="8562042" y="11536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2" name="Star: 5 Points 181">
            <a:extLst>
              <a:ext uri="{FF2B5EF4-FFF2-40B4-BE49-F238E27FC236}">
                <a16:creationId xmlns:a16="http://schemas.microsoft.com/office/drawing/2014/main" id="{A19482D3-ACBF-9A70-8293-687E58E81CC3}"/>
              </a:ext>
            </a:extLst>
          </p:cNvPr>
          <p:cNvSpPr/>
          <p:nvPr/>
        </p:nvSpPr>
        <p:spPr>
          <a:xfrm rot="20780835">
            <a:off x="11535564" y="1734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3" name="Star: 5 Points 182">
            <a:extLst>
              <a:ext uri="{FF2B5EF4-FFF2-40B4-BE49-F238E27FC236}">
                <a16:creationId xmlns:a16="http://schemas.microsoft.com/office/drawing/2014/main" id="{45F15CA9-8324-4738-4C72-F278EC0A9799}"/>
              </a:ext>
            </a:extLst>
          </p:cNvPr>
          <p:cNvSpPr/>
          <p:nvPr/>
        </p:nvSpPr>
        <p:spPr>
          <a:xfrm rot="20780835">
            <a:off x="11828618" y="1263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DAD1CF4E-38A1-AF98-F3F7-ABF886134F10}"/>
              </a:ext>
            </a:extLst>
          </p:cNvPr>
          <p:cNvSpPr/>
          <p:nvPr/>
        </p:nvSpPr>
        <p:spPr>
          <a:xfrm rot="20780835">
            <a:off x="15855191" y="1231395"/>
            <a:ext cx="310270" cy="12069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1098909A-7D4D-FF85-3FB6-9A48E7E23AD0}"/>
              </a:ext>
            </a:extLst>
          </p:cNvPr>
          <p:cNvSpPr/>
          <p:nvPr/>
        </p:nvSpPr>
        <p:spPr>
          <a:xfrm rot="20780835">
            <a:off x="7980919" y="1408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6" name="Star: 5 Points 185">
            <a:extLst>
              <a:ext uri="{FF2B5EF4-FFF2-40B4-BE49-F238E27FC236}">
                <a16:creationId xmlns:a16="http://schemas.microsoft.com/office/drawing/2014/main" id="{52B97AF9-C207-169B-E871-4E6F8C7DC8CC}"/>
              </a:ext>
            </a:extLst>
          </p:cNvPr>
          <p:cNvSpPr/>
          <p:nvPr/>
        </p:nvSpPr>
        <p:spPr>
          <a:xfrm rot="20780835">
            <a:off x="8273973" y="971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7" name="Star: 5 Points 186">
            <a:extLst>
              <a:ext uri="{FF2B5EF4-FFF2-40B4-BE49-F238E27FC236}">
                <a16:creationId xmlns:a16="http://schemas.microsoft.com/office/drawing/2014/main" id="{86A904BE-6055-96EF-CC52-6E798C2C3FA3}"/>
              </a:ext>
            </a:extLst>
          </p:cNvPr>
          <p:cNvSpPr/>
          <p:nvPr/>
        </p:nvSpPr>
        <p:spPr>
          <a:xfrm rot="20780835">
            <a:off x="10390012" y="977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8" name="Star: 5 Points 187">
            <a:extLst>
              <a:ext uri="{FF2B5EF4-FFF2-40B4-BE49-F238E27FC236}">
                <a16:creationId xmlns:a16="http://schemas.microsoft.com/office/drawing/2014/main" id="{7715490D-7DDF-DC9D-5780-A34CB4C5601E}"/>
              </a:ext>
            </a:extLst>
          </p:cNvPr>
          <p:cNvSpPr/>
          <p:nvPr/>
        </p:nvSpPr>
        <p:spPr>
          <a:xfrm rot="20780835">
            <a:off x="13253615" y="1474690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9" name="Star: 5 Points 188">
            <a:extLst>
              <a:ext uri="{FF2B5EF4-FFF2-40B4-BE49-F238E27FC236}">
                <a16:creationId xmlns:a16="http://schemas.microsoft.com/office/drawing/2014/main" id="{123462F6-92C4-E2D4-3F28-8570ED5255D5}"/>
              </a:ext>
            </a:extLst>
          </p:cNvPr>
          <p:cNvSpPr/>
          <p:nvPr/>
        </p:nvSpPr>
        <p:spPr>
          <a:xfrm rot="20780835">
            <a:off x="13546669" y="10034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0" name="Star: 5 Points 189">
            <a:extLst>
              <a:ext uri="{FF2B5EF4-FFF2-40B4-BE49-F238E27FC236}">
                <a16:creationId xmlns:a16="http://schemas.microsoft.com/office/drawing/2014/main" id="{B1D1DEA1-57B6-DDA9-BC71-963BDA4D30A8}"/>
              </a:ext>
            </a:extLst>
          </p:cNvPr>
          <p:cNvSpPr/>
          <p:nvPr/>
        </p:nvSpPr>
        <p:spPr>
          <a:xfrm rot="20780835">
            <a:off x="12672492" y="172918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1" name="Star: 5 Points 190">
            <a:extLst>
              <a:ext uri="{FF2B5EF4-FFF2-40B4-BE49-F238E27FC236}">
                <a16:creationId xmlns:a16="http://schemas.microsoft.com/office/drawing/2014/main" id="{DCAAA300-C81F-B16D-7D3E-D3BFA2A341B8}"/>
              </a:ext>
            </a:extLst>
          </p:cNvPr>
          <p:cNvSpPr/>
          <p:nvPr/>
        </p:nvSpPr>
        <p:spPr>
          <a:xfrm rot="20780835">
            <a:off x="12965546" y="12928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2" name="Star: 5 Points 191">
            <a:extLst>
              <a:ext uri="{FF2B5EF4-FFF2-40B4-BE49-F238E27FC236}">
                <a16:creationId xmlns:a16="http://schemas.microsoft.com/office/drawing/2014/main" id="{1B63D533-0A61-97F6-0D23-EB7C7F09E8A5}"/>
              </a:ext>
            </a:extLst>
          </p:cNvPr>
          <p:cNvSpPr/>
          <p:nvPr/>
        </p:nvSpPr>
        <p:spPr>
          <a:xfrm rot="20780835">
            <a:off x="4424560" y="32453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3" name="Star: 5 Points 192">
            <a:extLst>
              <a:ext uri="{FF2B5EF4-FFF2-40B4-BE49-F238E27FC236}">
                <a16:creationId xmlns:a16="http://schemas.microsoft.com/office/drawing/2014/main" id="{C33A3227-BEE9-9562-A5D2-E16DE879FEBC}"/>
              </a:ext>
            </a:extLst>
          </p:cNvPr>
          <p:cNvSpPr/>
          <p:nvPr/>
        </p:nvSpPr>
        <p:spPr>
          <a:xfrm rot="20780835">
            <a:off x="2270909" y="26216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4" name="Star: 5 Points 193">
            <a:extLst>
              <a:ext uri="{FF2B5EF4-FFF2-40B4-BE49-F238E27FC236}">
                <a16:creationId xmlns:a16="http://schemas.microsoft.com/office/drawing/2014/main" id="{46345C5A-8293-7818-81D0-2D996ECC2163}"/>
              </a:ext>
            </a:extLst>
          </p:cNvPr>
          <p:cNvSpPr/>
          <p:nvPr/>
        </p:nvSpPr>
        <p:spPr>
          <a:xfrm rot="20780835">
            <a:off x="9092130" y="305807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5" name="Star: 5 Points 194">
            <a:extLst>
              <a:ext uri="{FF2B5EF4-FFF2-40B4-BE49-F238E27FC236}">
                <a16:creationId xmlns:a16="http://schemas.microsoft.com/office/drawing/2014/main" id="{E86B41D3-94E7-D4A3-E571-677FC3353062}"/>
              </a:ext>
            </a:extLst>
          </p:cNvPr>
          <p:cNvSpPr/>
          <p:nvPr/>
        </p:nvSpPr>
        <p:spPr>
          <a:xfrm rot="20780835">
            <a:off x="9600120" y="28155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6" name="Star: 5 Points 195">
            <a:extLst>
              <a:ext uri="{FF2B5EF4-FFF2-40B4-BE49-F238E27FC236}">
                <a16:creationId xmlns:a16="http://schemas.microsoft.com/office/drawing/2014/main" id="{AF51514B-A73C-7EDA-6E5F-7500AD3A3D07}"/>
              </a:ext>
            </a:extLst>
          </p:cNvPr>
          <p:cNvSpPr/>
          <p:nvPr/>
        </p:nvSpPr>
        <p:spPr>
          <a:xfrm rot="20780835">
            <a:off x="5244431" y="32027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7" name="Star: 5 Points 196">
            <a:extLst>
              <a:ext uri="{FF2B5EF4-FFF2-40B4-BE49-F238E27FC236}">
                <a16:creationId xmlns:a16="http://schemas.microsoft.com/office/drawing/2014/main" id="{3BD36F55-FBEC-C3FF-CD67-B5F5081C02B7}"/>
              </a:ext>
            </a:extLst>
          </p:cNvPr>
          <p:cNvSpPr/>
          <p:nvPr/>
        </p:nvSpPr>
        <p:spPr>
          <a:xfrm rot="20780835">
            <a:off x="5537485" y="27315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8" name="Star: 5 Points 197">
            <a:extLst>
              <a:ext uri="{FF2B5EF4-FFF2-40B4-BE49-F238E27FC236}">
                <a16:creationId xmlns:a16="http://schemas.microsoft.com/office/drawing/2014/main" id="{DD9E5908-5C48-F0A6-B729-BEE6BD43DF1C}"/>
              </a:ext>
            </a:extLst>
          </p:cNvPr>
          <p:cNvSpPr/>
          <p:nvPr/>
        </p:nvSpPr>
        <p:spPr>
          <a:xfrm rot="20780835">
            <a:off x="1396732" y="3347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9" name="Star: 5 Points 198">
            <a:extLst>
              <a:ext uri="{FF2B5EF4-FFF2-40B4-BE49-F238E27FC236}">
                <a16:creationId xmlns:a16="http://schemas.microsoft.com/office/drawing/2014/main" id="{620E49B8-EF34-C8FB-3976-E0646B310099}"/>
              </a:ext>
            </a:extLst>
          </p:cNvPr>
          <p:cNvSpPr/>
          <p:nvPr/>
        </p:nvSpPr>
        <p:spPr>
          <a:xfrm rot="20780835">
            <a:off x="1689786" y="2876182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0" name="Star: 5 Points 199">
            <a:extLst>
              <a:ext uri="{FF2B5EF4-FFF2-40B4-BE49-F238E27FC236}">
                <a16:creationId xmlns:a16="http://schemas.microsoft.com/office/drawing/2014/main" id="{4C8A594B-4BD4-F3DF-D01A-2664DEDED68A}"/>
              </a:ext>
            </a:extLst>
          </p:cNvPr>
          <p:cNvSpPr/>
          <p:nvPr/>
        </p:nvSpPr>
        <p:spPr>
          <a:xfrm rot="20780835">
            <a:off x="6998751" y="30188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1" name="Star: 5 Points 200">
            <a:extLst>
              <a:ext uri="{FF2B5EF4-FFF2-40B4-BE49-F238E27FC236}">
                <a16:creationId xmlns:a16="http://schemas.microsoft.com/office/drawing/2014/main" id="{FBEE9BF3-A4C6-99CF-63C2-DCA48929C65B}"/>
              </a:ext>
            </a:extLst>
          </p:cNvPr>
          <p:cNvSpPr/>
          <p:nvPr/>
        </p:nvSpPr>
        <p:spPr>
          <a:xfrm rot="20780835">
            <a:off x="9972273" y="35999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2" name="Star: 5 Points 201">
            <a:extLst>
              <a:ext uri="{FF2B5EF4-FFF2-40B4-BE49-F238E27FC236}">
                <a16:creationId xmlns:a16="http://schemas.microsoft.com/office/drawing/2014/main" id="{1CF0CFDF-1B6B-5042-A7E5-613628A14EEA}"/>
              </a:ext>
            </a:extLst>
          </p:cNvPr>
          <p:cNvSpPr/>
          <p:nvPr/>
        </p:nvSpPr>
        <p:spPr>
          <a:xfrm rot="20780835">
            <a:off x="10265327" y="31287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3" name="Star: 5 Points 202">
            <a:extLst>
              <a:ext uri="{FF2B5EF4-FFF2-40B4-BE49-F238E27FC236}">
                <a16:creationId xmlns:a16="http://schemas.microsoft.com/office/drawing/2014/main" id="{655678A9-FCDC-952A-AEFC-1F999AF914B6}"/>
              </a:ext>
            </a:extLst>
          </p:cNvPr>
          <p:cNvSpPr/>
          <p:nvPr/>
        </p:nvSpPr>
        <p:spPr>
          <a:xfrm rot="20780835">
            <a:off x="10558381" y="26923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9AFC4437-A50A-7FC3-AC61-A8A3C264CCD5}"/>
              </a:ext>
            </a:extLst>
          </p:cNvPr>
          <p:cNvSpPr/>
          <p:nvPr/>
        </p:nvSpPr>
        <p:spPr>
          <a:xfrm rot="20780835">
            <a:off x="6417628" y="32733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D3ED7D47-0A26-BA84-720D-397EA317A46F}"/>
              </a:ext>
            </a:extLst>
          </p:cNvPr>
          <p:cNvSpPr/>
          <p:nvPr/>
        </p:nvSpPr>
        <p:spPr>
          <a:xfrm rot="20780835">
            <a:off x="6710682" y="28370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34F8BFF8-7B69-5DB5-8E93-F219AB15B0AF}"/>
              </a:ext>
            </a:extLst>
          </p:cNvPr>
          <p:cNvSpPr/>
          <p:nvPr/>
        </p:nvSpPr>
        <p:spPr>
          <a:xfrm rot="20780835">
            <a:off x="8826721" y="284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8994A114-1A09-3732-CE8F-84267461EFAF}"/>
              </a:ext>
            </a:extLst>
          </p:cNvPr>
          <p:cNvSpPr/>
          <p:nvPr/>
        </p:nvSpPr>
        <p:spPr>
          <a:xfrm rot="20780835">
            <a:off x="11690324" y="33399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E1DAEEA-D7E1-40F0-8DCF-24FD83FCEBCA}"/>
              </a:ext>
            </a:extLst>
          </p:cNvPr>
          <p:cNvSpPr/>
          <p:nvPr/>
        </p:nvSpPr>
        <p:spPr>
          <a:xfrm rot="20780835">
            <a:off x="11983378" y="28687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9E499BCD-3B92-855B-DE48-ED47E56DF616}"/>
              </a:ext>
            </a:extLst>
          </p:cNvPr>
          <p:cNvSpPr/>
          <p:nvPr/>
        </p:nvSpPr>
        <p:spPr>
          <a:xfrm rot="20780835">
            <a:off x="11109201" y="35944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0" name="Star: 5 Points 209">
            <a:extLst>
              <a:ext uri="{FF2B5EF4-FFF2-40B4-BE49-F238E27FC236}">
                <a16:creationId xmlns:a16="http://schemas.microsoft.com/office/drawing/2014/main" id="{050A237F-34B1-FC12-A8E4-260118C40932}"/>
              </a:ext>
            </a:extLst>
          </p:cNvPr>
          <p:cNvSpPr/>
          <p:nvPr/>
        </p:nvSpPr>
        <p:spPr>
          <a:xfrm rot="20780835">
            <a:off x="11402255" y="315808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E8C8E68-0968-972E-8946-2B4380A5FB5A}"/>
              </a:ext>
            </a:extLst>
          </p:cNvPr>
          <p:cNvSpPr/>
          <p:nvPr/>
        </p:nvSpPr>
        <p:spPr>
          <a:xfrm rot="20780835">
            <a:off x="9833688" y="37717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2" name="Star: 5 Points 211">
            <a:extLst>
              <a:ext uri="{FF2B5EF4-FFF2-40B4-BE49-F238E27FC236}">
                <a16:creationId xmlns:a16="http://schemas.microsoft.com/office/drawing/2014/main" id="{C0E3D06C-2590-8A1B-1B92-A5DBD73E7EDF}"/>
              </a:ext>
            </a:extLst>
          </p:cNvPr>
          <p:cNvSpPr/>
          <p:nvPr/>
        </p:nvSpPr>
        <p:spPr>
          <a:xfrm rot="20780835">
            <a:off x="7680037" y="3148145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3" name="Star: 5 Points 212">
            <a:extLst>
              <a:ext uri="{FF2B5EF4-FFF2-40B4-BE49-F238E27FC236}">
                <a16:creationId xmlns:a16="http://schemas.microsoft.com/office/drawing/2014/main" id="{F08B60C1-2127-55E7-DFF2-0FC855E7E5FE}"/>
              </a:ext>
            </a:extLst>
          </p:cNvPr>
          <p:cNvSpPr/>
          <p:nvPr/>
        </p:nvSpPr>
        <p:spPr>
          <a:xfrm rot="20780835">
            <a:off x="14501258" y="358452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4" name="Star: 5 Points 213">
            <a:extLst>
              <a:ext uri="{FF2B5EF4-FFF2-40B4-BE49-F238E27FC236}">
                <a16:creationId xmlns:a16="http://schemas.microsoft.com/office/drawing/2014/main" id="{C5713672-F63B-0D04-53C6-132802E97A96}"/>
              </a:ext>
            </a:extLst>
          </p:cNvPr>
          <p:cNvSpPr/>
          <p:nvPr/>
        </p:nvSpPr>
        <p:spPr>
          <a:xfrm rot="20780835">
            <a:off x="14794312" y="311327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5" name="Star: 5 Points 214">
            <a:extLst>
              <a:ext uri="{FF2B5EF4-FFF2-40B4-BE49-F238E27FC236}">
                <a16:creationId xmlns:a16="http://schemas.microsoft.com/office/drawing/2014/main" id="{322FEA5D-947C-EB18-8081-A00650473BBD}"/>
              </a:ext>
            </a:extLst>
          </p:cNvPr>
          <p:cNvSpPr/>
          <p:nvPr/>
        </p:nvSpPr>
        <p:spPr>
          <a:xfrm rot="20780835">
            <a:off x="10653559" y="372920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6" name="Star: 5 Points 215">
            <a:extLst>
              <a:ext uri="{FF2B5EF4-FFF2-40B4-BE49-F238E27FC236}">
                <a16:creationId xmlns:a16="http://schemas.microsoft.com/office/drawing/2014/main" id="{73A15E8F-7A3B-466D-09F0-3724F2FC19EB}"/>
              </a:ext>
            </a:extLst>
          </p:cNvPr>
          <p:cNvSpPr/>
          <p:nvPr/>
        </p:nvSpPr>
        <p:spPr>
          <a:xfrm rot="20780835">
            <a:off x="10946613" y="32579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DEF94A9F-82E6-4C3B-17A2-4799B8216803}"/>
              </a:ext>
            </a:extLst>
          </p:cNvPr>
          <p:cNvSpPr/>
          <p:nvPr/>
        </p:nvSpPr>
        <p:spPr>
          <a:xfrm rot="20780835">
            <a:off x="6805860" y="3873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CE78546D-86C3-0797-2BA3-3A451419C79C}"/>
              </a:ext>
            </a:extLst>
          </p:cNvPr>
          <p:cNvSpPr/>
          <p:nvPr/>
        </p:nvSpPr>
        <p:spPr>
          <a:xfrm rot="20780835">
            <a:off x="7098914" y="34026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1CE38C1C-EEEA-9987-90B6-C7AE2169D166}"/>
              </a:ext>
            </a:extLst>
          </p:cNvPr>
          <p:cNvSpPr/>
          <p:nvPr/>
        </p:nvSpPr>
        <p:spPr>
          <a:xfrm rot="20780835">
            <a:off x="12407879" y="35453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0" name="Star: 5 Points 219">
            <a:extLst>
              <a:ext uri="{FF2B5EF4-FFF2-40B4-BE49-F238E27FC236}">
                <a16:creationId xmlns:a16="http://schemas.microsoft.com/office/drawing/2014/main" id="{FB69D639-0429-9363-5793-68ADCA6E0F42}"/>
              </a:ext>
            </a:extLst>
          </p:cNvPr>
          <p:cNvSpPr/>
          <p:nvPr/>
        </p:nvSpPr>
        <p:spPr>
          <a:xfrm rot="20780835">
            <a:off x="15381401" y="41264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1" name="Star: 5 Points 220">
            <a:extLst>
              <a:ext uri="{FF2B5EF4-FFF2-40B4-BE49-F238E27FC236}">
                <a16:creationId xmlns:a16="http://schemas.microsoft.com/office/drawing/2014/main" id="{19424115-76D0-597E-3C62-DCBCDD6E2AF7}"/>
              </a:ext>
            </a:extLst>
          </p:cNvPr>
          <p:cNvSpPr/>
          <p:nvPr/>
        </p:nvSpPr>
        <p:spPr>
          <a:xfrm rot="20780835">
            <a:off x="15674455" y="36551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2" name="Star: 5 Points 221">
            <a:extLst>
              <a:ext uri="{FF2B5EF4-FFF2-40B4-BE49-F238E27FC236}">
                <a16:creationId xmlns:a16="http://schemas.microsoft.com/office/drawing/2014/main" id="{A747F999-D774-7744-BF8D-3903A799218A}"/>
              </a:ext>
            </a:extLst>
          </p:cNvPr>
          <p:cNvSpPr/>
          <p:nvPr/>
        </p:nvSpPr>
        <p:spPr>
          <a:xfrm rot="20780835">
            <a:off x="15967509" y="32187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3" name="Star: 5 Points 222">
            <a:extLst>
              <a:ext uri="{FF2B5EF4-FFF2-40B4-BE49-F238E27FC236}">
                <a16:creationId xmlns:a16="http://schemas.microsoft.com/office/drawing/2014/main" id="{7C513055-66DC-2C5A-56AE-23C029686F1E}"/>
              </a:ext>
            </a:extLst>
          </p:cNvPr>
          <p:cNvSpPr/>
          <p:nvPr/>
        </p:nvSpPr>
        <p:spPr>
          <a:xfrm rot="20780835">
            <a:off x="11826756" y="37998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4" name="Star: 5 Points 223">
            <a:extLst>
              <a:ext uri="{FF2B5EF4-FFF2-40B4-BE49-F238E27FC236}">
                <a16:creationId xmlns:a16="http://schemas.microsoft.com/office/drawing/2014/main" id="{8353997C-081E-4EE9-8698-8DB7DF3B010D}"/>
              </a:ext>
            </a:extLst>
          </p:cNvPr>
          <p:cNvSpPr/>
          <p:nvPr/>
        </p:nvSpPr>
        <p:spPr>
          <a:xfrm rot="20780835">
            <a:off x="12119810" y="33634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5" name="Star: 5 Points 224">
            <a:extLst>
              <a:ext uri="{FF2B5EF4-FFF2-40B4-BE49-F238E27FC236}">
                <a16:creationId xmlns:a16="http://schemas.microsoft.com/office/drawing/2014/main" id="{C2A76188-160C-46FD-1149-0D0B93DD488D}"/>
              </a:ext>
            </a:extLst>
          </p:cNvPr>
          <p:cNvSpPr/>
          <p:nvPr/>
        </p:nvSpPr>
        <p:spPr>
          <a:xfrm rot="20780835">
            <a:off x="14235849" y="33694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6" name="Star: 5 Points 225">
            <a:extLst>
              <a:ext uri="{FF2B5EF4-FFF2-40B4-BE49-F238E27FC236}">
                <a16:creationId xmlns:a16="http://schemas.microsoft.com/office/drawing/2014/main" id="{018004B7-9430-3107-DD32-6E1BF139C227}"/>
              </a:ext>
            </a:extLst>
          </p:cNvPr>
          <p:cNvSpPr/>
          <p:nvPr/>
        </p:nvSpPr>
        <p:spPr>
          <a:xfrm rot="20780835">
            <a:off x="17099452" y="38664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7" name="Star: 5 Points 226">
            <a:extLst>
              <a:ext uri="{FF2B5EF4-FFF2-40B4-BE49-F238E27FC236}">
                <a16:creationId xmlns:a16="http://schemas.microsoft.com/office/drawing/2014/main" id="{D6E2F27F-DF96-F439-8DA5-270C2DE94F1D}"/>
              </a:ext>
            </a:extLst>
          </p:cNvPr>
          <p:cNvSpPr/>
          <p:nvPr/>
        </p:nvSpPr>
        <p:spPr>
          <a:xfrm rot="20780835">
            <a:off x="17392506" y="3395176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8" name="Star: 5 Points 227">
            <a:extLst>
              <a:ext uri="{FF2B5EF4-FFF2-40B4-BE49-F238E27FC236}">
                <a16:creationId xmlns:a16="http://schemas.microsoft.com/office/drawing/2014/main" id="{9007511A-E518-63A1-F9B1-8268BC385A05}"/>
              </a:ext>
            </a:extLst>
          </p:cNvPr>
          <p:cNvSpPr/>
          <p:nvPr/>
        </p:nvSpPr>
        <p:spPr>
          <a:xfrm rot="20780835">
            <a:off x="16518329" y="41209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9" name="Star: 5 Points 228">
            <a:extLst>
              <a:ext uri="{FF2B5EF4-FFF2-40B4-BE49-F238E27FC236}">
                <a16:creationId xmlns:a16="http://schemas.microsoft.com/office/drawing/2014/main" id="{38197999-DE6F-D8DA-188A-428E6797CEBE}"/>
              </a:ext>
            </a:extLst>
          </p:cNvPr>
          <p:cNvSpPr/>
          <p:nvPr/>
        </p:nvSpPr>
        <p:spPr>
          <a:xfrm rot="20780835">
            <a:off x="16811383" y="368453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0" name="Star: 5 Points 229">
            <a:extLst>
              <a:ext uri="{FF2B5EF4-FFF2-40B4-BE49-F238E27FC236}">
                <a16:creationId xmlns:a16="http://schemas.microsoft.com/office/drawing/2014/main" id="{5FD454A3-7D0E-4A4F-3542-3E6D34DFAFCC}"/>
              </a:ext>
            </a:extLst>
          </p:cNvPr>
          <p:cNvSpPr/>
          <p:nvPr/>
        </p:nvSpPr>
        <p:spPr>
          <a:xfrm rot="20780835">
            <a:off x="4312218" y="87763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1" name="Star: 5 Points 230">
            <a:extLst>
              <a:ext uri="{FF2B5EF4-FFF2-40B4-BE49-F238E27FC236}">
                <a16:creationId xmlns:a16="http://schemas.microsoft.com/office/drawing/2014/main" id="{087624C7-4546-D5B8-C289-5384B5EEB539}"/>
              </a:ext>
            </a:extLst>
          </p:cNvPr>
          <p:cNvSpPr/>
          <p:nvPr/>
        </p:nvSpPr>
        <p:spPr>
          <a:xfrm rot="20780835">
            <a:off x="2158567" y="81526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2" name="Star: 5 Points 231">
            <a:extLst>
              <a:ext uri="{FF2B5EF4-FFF2-40B4-BE49-F238E27FC236}">
                <a16:creationId xmlns:a16="http://schemas.microsoft.com/office/drawing/2014/main" id="{24D1B8BB-75C7-CFCE-91DC-96582E83A1E0}"/>
              </a:ext>
            </a:extLst>
          </p:cNvPr>
          <p:cNvSpPr/>
          <p:nvPr/>
        </p:nvSpPr>
        <p:spPr>
          <a:xfrm rot="20780835">
            <a:off x="8979788" y="85890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3" name="Star: 5 Points 232">
            <a:extLst>
              <a:ext uri="{FF2B5EF4-FFF2-40B4-BE49-F238E27FC236}">
                <a16:creationId xmlns:a16="http://schemas.microsoft.com/office/drawing/2014/main" id="{DB842AD5-9DE4-2F40-0DDB-FF728EECE45A}"/>
              </a:ext>
            </a:extLst>
          </p:cNvPr>
          <p:cNvSpPr/>
          <p:nvPr/>
        </p:nvSpPr>
        <p:spPr>
          <a:xfrm rot="20780835">
            <a:off x="9272842" y="8117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4" name="Star: 5 Points 233">
            <a:extLst>
              <a:ext uri="{FF2B5EF4-FFF2-40B4-BE49-F238E27FC236}">
                <a16:creationId xmlns:a16="http://schemas.microsoft.com/office/drawing/2014/main" id="{C4A1ADF2-5796-2959-58C9-5468E8B62238}"/>
              </a:ext>
            </a:extLst>
          </p:cNvPr>
          <p:cNvSpPr/>
          <p:nvPr/>
        </p:nvSpPr>
        <p:spPr>
          <a:xfrm rot="20780835">
            <a:off x="5132089" y="87337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5" name="Star: 5 Points 234">
            <a:extLst>
              <a:ext uri="{FF2B5EF4-FFF2-40B4-BE49-F238E27FC236}">
                <a16:creationId xmlns:a16="http://schemas.microsoft.com/office/drawing/2014/main" id="{88EF6A95-91C0-2655-62D7-37E9162DAD65}"/>
              </a:ext>
            </a:extLst>
          </p:cNvPr>
          <p:cNvSpPr/>
          <p:nvPr/>
        </p:nvSpPr>
        <p:spPr>
          <a:xfrm rot="20780835">
            <a:off x="5425143" y="82625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6" name="Star: 5 Points 235">
            <a:extLst>
              <a:ext uri="{FF2B5EF4-FFF2-40B4-BE49-F238E27FC236}">
                <a16:creationId xmlns:a16="http://schemas.microsoft.com/office/drawing/2014/main" id="{37896A3D-BFB4-25B4-3254-26EE6DC465C8}"/>
              </a:ext>
            </a:extLst>
          </p:cNvPr>
          <p:cNvSpPr/>
          <p:nvPr/>
        </p:nvSpPr>
        <p:spPr>
          <a:xfrm rot="20780835">
            <a:off x="1284390" y="8878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7" name="Star: 5 Points 236">
            <a:extLst>
              <a:ext uri="{FF2B5EF4-FFF2-40B4-BE49-F238E27FC236}">
                <a16:creationId xmlns:a16="http://schemas.microsoft.com/office/drawing/2014/main" id="{5780D002-9BC6-4785-C038-A74F635B864E}"/>
              </a:ext>
            </a:extLst>
          </p:cNvPr>
          <p:cNvSpPr/>
          <p:nvPr/>
        </p:nvSpPr>
        <p:spPr>
          <a:xfrm rot="20780835">
            <a:off x="1573648" y="8375475"/>
            <a:ext cx="261514" cy="10035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8" name="Star: 5 Points 237">
            <a:extLst>
              <a:ext uri="{FF2B5EF4-FFF2-40B4-BE49-F238E27FC236}">
                <a16:creationId xmlns:a16="http://schemas.microsoft.com/office/drawing/2014/main" id="{FCA7F092-266D-C3F7-8F18-451B93C43926}"/>
              </a:ext>
            </a:extLst>
          </p:cNvPr>
          <p:cNvSpPr/>
          <p:nvPr/>
        </p:nvSpPr>
        <p:spPr>
          <a:xfrm rot="20780835">
            <a:off x="6886409" y="8549899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9" name="Star: 5 Points 238">
            <a:extLst>
              <a:ext uri="{FF2B5EF4-FFF2-40B4-BE49-F238E27FC236}">
                <a16:creationId xmlns:a16="http://schemas.microsoft.com/office/drawing/2014/main" id="{AB8BD61D-9B4A-1369-7B4F-538663317144}"/>
              </a:ext>
            </a:extLst>
          </p:cNvPr>
          <p:cNvSpPr/>
          <p:nvPr/>
        </p:nvSpPr>
        <p:spPr>
          <a:xfrm rot="20780835">
            <a:off x="9859931" y="91309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0" name="Star: 5 Points 239">
            <a:extLst>
              <a:ext uri="{FF2B5EF4-FFF2-40B4-BE49-F238E27FC236}">
                <a16:creationId xmlns:a16="http://schemas.microsoft.com/office/drawing/2014/main" id="{14AEA66B-512A-0382-BD24-8BB0FDA02402}"/>
              </a:ext>
            </a:extLst>
          </p:cNvPr>
          <p:cNvSpPr/>
          <p:nvPr/>
        </p:nvSpPr>
        <p:spPr>
          <a:xfrm rot="20780835">
            <a:off x="10152985" y="8659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1" name="Star: 5 Points 240">
            <a:extLst>
              <a:ext uri="{FF2B5EF4-FFF2-40B4-BE49-F238E27FC236}">
                <a16:creationId xmlns:a16="http://schemas.microsoft.com/office/drawing/2014/main" id="{BD0978BE-542C-6752-AF89-4D5964F1EB0C}"/>
              </a:ext>
            </a:extLst>
          </p:cNvPr>
          <p:cNvSpPr/>
          <p:nvPr/>
        </p:nvSpPr>
        <p:spPr>
          <a:xfrm rot="20780835">
            <a:off x="10446039" y="8223330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2" name="Star: 5 Points 241">
            <a:extLst>
              <a:ext uri="{FF2B5EF4-FFF2-40B4-BE49-F238E27FC236}">
                <a16:creationId xmlns:a16="http://schemas.microsoft.com/office/drawing/2014/main" id="{11C49A34-3EC5-91F0-3C91-DED6B723D8A0}"/>
              </a:ext>
            </a:extLst>
          </p:cNvPr>
          <p:cNvSpPr/>
          <p:nvPr/>
        </p:nvSpPr>
        <p:spPr>
          <a:xfrm rot="20780835">
            <a:off x="6305286" y="8804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3" name="Star: 5 Points 242">
            <a:extLst>
              <a:ext uri="{FF2B5EF4-FFF2-40B4-BE49-F238E27FC236}">
                <a16:creationId xmlns:a16="http://schemas.microsoft.com/office/drawing/2014/main" id="{E2D8FB6A-9943-9ED3-AF77-DCEF1B11A09C}"/>
              </a:ext>
            </a:extLst>
          </p:cNvPr>
          <p:cNvSpPr/>
          <p:nvPr/>
        </p:nvSpPr>
        <p:spPr>
          <a:xfrm rot="20780835">
            <a:off x="6598340" y="83680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4" name="Star: 5 Points 243">
            <a:extLst>
              <a:ext uri="{FF2B5EF4-FFF2-40B4-BE49-F238E27FC236}">
                <a16:creationId xmlns:a16="http://schemas.microsoft.com/office/drawing/2014/main" id="{F6FE6BE5-51E6-F73F-B324-2EEB5B045C40}"/>
              </a:ext>
            </a:extLst>
          </p:cNvPr>
          <p:cNvSpPr/>
          <p:nvPr/>
        </p:nvSpPr>
        <p:spPr>
          <a:xfrm rot="20780835">
            <a:off x="8714379" y="83739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5" name="Star: 5 Points 244">
            <a:extLst>
              <a:ext uri="{FF2B5EF4-FFF2-40B4-BE49-F238E27FC236}">
                <a16:creationId xmlns:a16="http://schemas.microsoft.com/office/drawing/2014/main" id="{1B13BC28-F796-A8B7-9D5B-92CC31464E57}"/>
              </a:ext>
            </a:extLst>
          </p:cNvPr>
          <p:cNvSpPr/>
          <p:nvPr/>
        </p:nvSpPr>
        <p:spPr>
          <a:xfrm rot="20780835">
            <a:off x="11577982" y="88709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6" name="Star: 5 Points 245">
            <a:extLst>
              <a:ext uri="{FF2B5EF4-FFF2-40B4-BE49-F238E27FC236}">
                <a16:creationId xmlns:a16="http://schemas.microsoft.com/office/drawing/2014/main" id="{6F212EAA-E508-0468-864D-9D4FD56C804F}"/>
              </a:ext>
            </a:extLst>
          </p:cNvPr>
          <p:cNvSpPr/>
          <p:nvPr/>
        </p:nvSpPr>
        <p:spPr>
          <a:xfrm rot="20780835">
            <a:off x="11871036" y="83997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7" name="Star: 5 Points 246">
            <a:extLst>
              <a:ext uri="{FF2B5EF4-FFF2-40B4-BE49-F238E27FC236}">
                <a16:creationId xmlns:a16="http://schemas.microsoft.com/office/drawing/2014/main" id="{8D46413D-150C-7E4F-82B4-4C9F6FF15BEE}"/>
              </a:ext>
            </a:extLst>
          </p:cNvPr>
          <p:cNvSpPr/>
          <p:nvPr/>
        </p:nvSpPr>
        <p:spPr>
          <a:xfrm rot="20780835">
            <a:off x="10996859" y="9125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8" name="Star: 5 Points 247">
            <a:extLst>
              <a:ext uri="{FF2B5EF4-FFF2-40B4-BE49-F238E27FC236}">
                <a16:creationId xmlns:a16="http://schemas.microsoft.com/office/drawing/2014/main" id="{074AA189-F590-C069-0FFB-C29CD8FDF586}"/>
              </a:ext>
            </a:extLst>
          </p:cNvPr>
          <p:cNvSpPr/>
          <p:nvPr/>
        </p:nvSpPr>
        <p:spPr>
          <a:xfrm rot="20780835">
            <a:off x="11289913" y="868908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9" name="Star: 5 Points 248">
            <a:extLst>
              <a:ext uri="{FF2B5EF4-FFF2-40B4-BE49-F238E27FC236}">
                <a16:creationId xmlns:a16="http://schemas.microsoft.com/office/drawing/2014/main" id="{E3A9BA32-C816-5195-4D59-24F964722C72}"/>
              </a:ext>
            </a:extLst>
          </p:cNvPr>
          <p:cNvSpPr/>
          <p:nvPr/>
        </p:nvSpPr>
        <p:spPr>
          <a:xfrm rot="20780835">
            <a:off x="3413975" y="8525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0" name="Star: 5 Points 249">
            <a:extLst>
              <a:ext uri="{FF2B5EF4-FFF2-40B4-BE49-F238E27FC236}">
                <a16:creationId xmlns:a16="http://schemas.microsoft.com/office/drawing/2014/main" id="{1F39B9B8-DED3-6422-8B47-B790B8923084}"/>
              </a:ext>
            </a:extLst>
          </p:cNvPr>
          <p:cNvSpPr/>
          <p:nvPr/>
        </p:nvSpPr>
        <p:spPr>
          <a:xfrm rot="20780835">
            <a:off x="3707029" y="80891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1" name="Star: 5 Points 250">
            <a:extLst>
              <a:ext uri="{FF2B5EF4-FFF2-40B4-BE49-F238E27FC236}">
                <a16:creationId xmlns:a16="http://schemas.microsoft.com/office/drawing/2014/main" id="{EEC3D0DF-3B04-4C15-5E20-DFA1911243E9}"/>
              </a:ext>
            </a:extLst>
          </p:cNvPr>
          <p:cNvSpPr/>
          <p:nvPr/>
        </p:nvSpPr>
        <p:spPr>
          <a:xfrm rot="20780835">
            <a:off x="4526900" y="80465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2" name="Star: 5 Points 251">
            <a:extLst>
              <a:ext uri="{FF2B5EF4-FFF2-40B4-BE49-F238E27FC236}">
                <a16:creationId xmlns:a16="http://schemas.microsoft.com/office/drawing/2014/main" id="{E408BFA8-AACD-DAE4-DC27-831F8E5A2979}"/>
              </a:ext>
            </a:extLst>
          </p:cNvPr>
          <p:cNvSpPr/>
          <p:nvPr/>
        </p:nvSpPr>
        <p:spPr>
          <a:xfrm rot="20780835">
            <a:off x="6880051" y="80234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92D050"/>
              </a:solidFill>
            </a:endParaRPr>
          </a:p>
        </p:txBody>
      </p:sp>
      <p:sp>
        <p:nvSpPr>
          <p:cNvPr id="253" name="Star: 5 Points 252">
            <a:extLst>
              <a:ext uri="{FF2B5EF4-FFF2-40B4-BE49-F238E27FC236}">
                <a16:creationId xmlns:a16="http://schemas.microsoft.com/office/drawing/2014/main" id="{B74B7A67-4973-6FC1-558E-DE81E1A41116}"/>
              </a:ext>
            </a:extLst>
          </p:cNvPr>
          <p:cNvSpPr/>
          <p:nvPr/>
        </p:nvSpPr>
        <p:spPr>
          <a:xfrm rot="20780835">
            <a:off x="10146627" y="81333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4" name="Star: 5 Points 253">
            <a:extLst>
              <a:ext uri="{FF2B5EF4-FFF2-40B4-BE49-F238E27FC236}">
                <a16:creationId xmlns:a16="http://schemas.microsoft.com/office/drawing/2014/main" id="{46A83C0E-3B87-17AA-8399-C470BED788EE}"/>
              </a:ext>
            </a:extLst>
          </p:cNvPr>
          <p:cNvSpPr/>
          <p:nvPr/>
        </p:nvSpPr>
        <p:spPr>
          <a:xfrm rot="20780835">
            <a:off x="6298928" y="827799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5" name="Star: 5 Points 254">
            <a:extLst>
              <a:ext uri="{FF2B5EF4-FFF2-40B4-BE49-F238E27FC236}">
                <a16:creationId xmlns:a16="http://schemas.microsoft.com/office/drawing/2014/main" id="{3931E6FF-B9C7-4D7B-D11C-ED179FD94468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6" name="Star: 5 Points 255">
            <a:extLst>
              <a:ext uri="{FF2B5EF4-FFF2-40B4-BE49-F238E27FC236}">
                <a16:creationId xmlns:a16="http://schemas.microsoft.com/office/drawing/2014/main" id="{90D948B0-80C8-4DBA-6A04-F9014625F47A}"/>
              </a:ext>
            </a:extLst>
          </p:cNvPr>
          <p:cNvSpPr/>
          <p:nvPr/>
        </p:nvSpPr>
        <p:spPr>
          <a:xfrm rot="20780835">
            <a:off x="9425242" y="827022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7" name="Star: 5 Points 256">
            <a:extLst>
              <a:ext uri="{FF2B5EF4-FFF2-40B4-BE49-F238E27FC236}">
                <a16:creationId xmlns:a16="http://schemas.microsoft.com/office/drawing/2014/main" id="{ACFB4730-A51E-16BE-615E-19DFB8B59BDB}"/>
              </a:ext>
            </a:extLst>
          </p:cNvPr>
          <p:cNvSpPr/>
          <p:nvPr/>
        </p:nvSpPr>
        <p:spPr>
          <a:xfrm rot="20780835">
            <a:off x="4938633" y="8912469"/>
            <a:ext cx="253942" cy="123560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8" name="Star: 5 Points 257">
            <a:extLst>
              <a:ext uri="{FF2B5EF4-FFF2-40B4-BE49-F238E27FC236}">
                <a16:creationId xmlns:a16="http://schemas.microsoft.com/office/drawing/2014/main" id="{7B78DE87-AE3A-C341-49F7-906CA7E5137D}"/>
              </a:ext>
            </a:extLst>
          </p:cNvPr>
          <p:cNvSpPr/>
          <p:nvPr/>
        </p:nvSpPr>
        <p:spPr>
          <a:xfrm rot="20780835">
            <a:off x="10598439" y="8375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9" name="Star: 5 Points 258">
            <a:extLst>
              <a:ext uri="{FF2B5EF4-FFF2-40B4-BE49-F238E27FC236}">
                <a16:creationId xmlns:a16="http://schemas.microsoft.com/office/drawing/2014/main" id="{D3A021D6-EA14-46F5-6B21-78E23004DD2C}"/>
              </a:ext>
            </a:extLst>
          </p:cNvPr>
          <p:cNvSpPr/>
          <p:nvPr/>
        </p:nvSpPr>
        <p:spPr>
          <a:xfrm rot="20780835">
            <a:off x="6750740" y="85204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0" name="Star: 5 Points 259">
            <a:extLst>
              <a:ext uri="{FF2B5EF4-FFF2-40B4-BE49-F238E27FC236}">
                <a16:creationId xmlns:a16="http://schemas.microsoft.com/office/drawing/2014/main" id="{1503988C-5821-A104-E0C5-5D65016D2E1C}"/>
              </a:ext>
            </a:extLst>
          </p:cNvPr>
          <p:cNvSpPr/>
          <p:nvPr/>
        </p:nvSpPr>
        <p:spPr>
          <a:xfrm rot="20780835">
            <a:off x="8866779" y="8526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1" name="Star: 5 Points 260">
            <a:extLst>
              <a:ext uri="{FF2B5EF4-FFF2-40B4-BE49-F238E27FC236}">
                <a16:creationId xmlns:a16="http://schemas.microsoft.com/office/drawing/2014/main" id="{5264BBC2-EA61-DD31-6382-870E0C5E50F2}"/>
              </a:ext>
            </a:extLst>
          </p:cNvPr>
          <p:cNvSpPr/>
          <p:nvPr/>
        </p:nvSpPr>
        <p:spPr>
          <a:xfrm rot="20780835">
            <a:off x="13841450" y="9484078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2" name="Star: 5 Points 261">
            <a:extLst>
              <a:ext uri="{FF2B5EF4-FFF2-40B4-BE49-F238E27FC236}">
                <a16:creationId xmlns:a16="http://schemas.microsoft.com/office/drawing/2014/main" id="{392021C9-4A96-0979-5E83-C97EA7EB348D}"/>
              </a:ext>
            </a:extLst>
          </p:cNvPr>
          <p:cNvSpPr/>
          <p:nvPr/>
        </p:nvSpPr>
        <p:spPr>
          <a:xfrm rot="20780835">
            <a:off x="13993850" y="96364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4" name="Star: 5 Points 263">
            <a:extLst>
              <a:ext uri="{FF2B5EF4-FFF2-40B4-BE49-F238E27FC236}">
                <a16:creationId xmlns:a16="http://schemas.microsoft.com/office/drawing/2014/main" id="{959EC13C-2E70-666C-F6D8-BABCE5A9AB36}"/>
              </a:ext>
            </a:extLst>
          </p:cNvPr>
          <p:cNvSpPr/>
          <p:nvPr/>
        </p:nvSpPr>
        <p:spPr>
          <a:xfrm rot="20780835">
            <a:off x="15254283" y="8533059"/>
            <a:ext cx="164900" cy="13783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5" name="Star: 5 Points 264">
            <a:extLst>
              <a:ext uri="{FF2B5EF4-FFF2-40B4-BE49-F238E27FC236}">
                <a16:creationId xmlns:a16="http://schemas.microsoft.com/office/drawing/2014/main" id="{6C39E360-3AA2-91BD-79CF-80C7DAA56255}"/>
              </a:ext>
            </a:extLst>
          </p:cNvPr>
          <p:cNvSpPr/>
          <p:nvPr/>
        </p:nvSpPr>
        <p:spPr>
          <a:xfrm rot="20780835">
            <a:off x="15032364" y="9264205"/>
            <a:ext cx="164900" cy="13566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6" name="Star: 5 Points 265">
            <a:extLst>
              <a:ext uri="{FF2B5EF4-FFF2-40B4-BE49-F238E27FC236}">
                <a16:creationId xmlns:a16="http://schemas.microsoft.com/office/drawing/2014/main" id="{197052F8-3083-802E-6725-6DD06B9A6352}"/>
              </a:ext>
            </a:extLst>
          </p:cNvPr>
          <p:cNvSpPr/>
          <p:nvPr/>
        </p:nvSpPr>
        <p:spPr>
          <a:xfrm rot="20780835">
            <a:off x="16465693" y="8352043"/>
            <a:ext cx="94154" cy="45719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7" name="Star: 5 Points 266">
            <a:extLst>
              <a:ext uri="{FF2B5EF4-FFF2-40B4-BE49-F238E27FC236}">
                <a16:creationId xmlns:a16="http://schemas.microsoft.com/office/drawing/2014/main" id="{5DA6227C-A833-3292-19F7-720917A726ED}"/>
              </a:ext>
            </a:extLst>
          </p:cNvPr>
          <p:cNvSpPr/>
          <p:nvPr/>
        </p:nvSpPr>
        <p:spPr>
          <a:xfrm rot="20780835">
            <a:off x="17737643" y="70586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8" name="Star: 5 Points 267">
            <a:extLst>
              <a:ext uri="{FF2B5EF4-FFF2-40B4-BE49-F238E27FC236}">
                <a16:creationId xmlns:a16="http://schemas.microsoft.com/office/drawing/2014/main" id="{BB7D3E32-19D9-F71C-A7ED-2338500A912E}"/>
              </a:ext>
            </a:extLst>
          </p:cNvPr>
          <p:cNvSpPr/>
          <p:nvPr/>
        </p:nvSpPr>
        <p:spPr>
          <a:xfrm rot="20780835">
            <a:off x="15857029" y="91434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9" name="Star: 5 Points 268">
            <a:extLst>
              <a:ext uri="{FF2B5EF4-FFF2-40B4-BE49-F238E27FC236}">
                <a16:creationId xmlns:a16="http://schemas.microsoft.com/office/drawing/2014/main" id="{62A0C7E1-33B4-E1F3-7954-4768F1D431CD}"/>
              </a:ext>
            </a:extLst>
          </p:cNvPr>
          <p:cNvSpPr/>
          <p:nvPr/>
        </p:nvSpPr>
        <p:spPr>
          <a:xfrm rot="20780835">
            <a:off x="16009429" y="92958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0" name="Star: 5 Points 269">
            <a:extLst>
              <a:ext uri="{FF2B5EF4-FFF2-40B4-BE49-F238E27FC236}">
                <a16:creationId xmlns:a16="http://schemas.microsoft.com/office/drawing/2014/main" id="{0BF68917-8993-6D88-A846-23F4ACF93825}"/>
              </a:ext>
            </a:extLst>
          </p:cNvPr>
          <p:cNvSpPr/>
          <p:nvPr/>
        </p:nvSpPr>
        <p:spPr>
          <a:xfrm rot="20780835">
            <a:off x="17745701" y="87861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1" name="Star: 5 Points 270">
            <a:extLst>
              <a:ext uri="{FF2B5EF4-FFF2-40B4-BE49-F238E27FC236}">
                <a16:creationId xmlns:a16="http://schemas.microsoft.com/office/drawing/2014/main" id="{DD1C6116-369D-D84E-884A-AB489405746D}"/>
              </a:ext>
            </a:extLst>
          </p:cNvPr>
          <p:cNvSpPr/>
          <p:nvPr/>
        </p:nvSpPr>
        <p:spPr>
          <a:xfrm rot="20780835">
            <a:off x="16314229" y="9600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2" name="Star: 5 Points 271">
            <a:extLst>
              <a:ext uri="{FF2B5EF4-FFF2-40B4-BE49-F238E27FC236}">
                <a16:creationId xmlns:a16="http://schemas.microsoft.com/office/drawing/2014/main" id="{E2C49C76-2534-C01A-3ED8-6898BD2B8389}"/>
              </a:ext>
            </a:extLst>
          </p:cNvPr>
          <p:cNvSpPr/>
          <p:nvPr/>
        </p:nvSpPr>
        <p:spPr>
          <a:xfrm rot="20780835">
            <a:off x="16466629" y="97530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7" name="Star: 5 Points 276">
            <a:extLst>
              <a:ext uri="{FF2B5EF4-FFF2-40B4-BE49-F238E27FC236}">
                <a16:creationId xmlns:a16="http://schemas.microsoft.com/office/drawing/2014/main" id="{821285BC-81C3-FC1B-B9B9-7CA7E7CFF344}"/>
              </a:ext>
            </a:extLst>
          </p:cNvPr>
          <p:cNvSpPr/>
          <p:nvPr/>
        </p:nvSpPr>
        <p:spPr>
          <a:xfrm rot="20780835">
            <a:off x="8128793" y="210182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8" name="Star: 5 Points 277">
            <a:extLst>
              <a:ext uri="{FF2B5EF4-FFF2-40B4-BE49-F238E27FC236}">
                <a16:creationId xmlns:a16="http://schemas.microsoft.com/office/drawing/2014/main" id="{CEFAB935-3F31-E15C-EEB5-F58606E0946A}"/>
              </a:ext>
            </a:extLst>
          </p:cNvPr>
          <p:cNvSpPr/>
          <p:nvPr/>
        </p:nvSpPr>
        <p:spPr>
          <a:xfrm rot="20780835">
            <a:off x="2407831" y="33690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279" name="Star: 5 Points 278">
            <a:extLst>
              <a:ext uri="{FF2B5EF4-FFF2-40B4-BE49-F238E27FC236}">
                <a16:creationId xmlns:a16="http://schemas.microsoft.com/office/drawing/2014/main" id="{E0F41667-F3D6-D05E-8E1E-ABB220B109FC}"/>
              </a:ext>
            </a:extLst>
          </p:cNvPr>
          <p:cNvSpPr/>
          <p:nvPr/>
        </p:nvSpPr>
        <p:spPr>
          <a:xfrm rot="20780835">
            <a:off x="1940694" y="54513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0" name="Star: 5 Points 279">
            <a:extLst>
              <a:ext uri="{FF2B5EF4-FFF2-40B4-BE49-F238E27FC236}">
                <a16:creationId xmlns:a16="http://schemas.microsoft.com/office/drawing/2014/main" id="{38421727-735A-1E51-3F4E-4564A8C3629F}"/>
              </a:ext>
            </a:extLst>
          </p:cNvPr>
          <p:cNvSpPr/>
          <p:nvPr/>
        </p:nvSpPr>
        <p:spPr>
          <a:xfrm rot="20780835">
            <a:off x="2790418" y="5128707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51B7F2D5-A8DB-B37C-476E-C499A5991C75}"/>
              </a:ext>
            </a:extLst>
          </p:cNvPr>
          <p:cNvSpPr/>
          <p:nvPr/>
        </p:nvSpPr>
        <p:spPr>
          <a:xfrm rot="20780835">
            <a:off x="1533654" y="4094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2" name="Star: 5 Points 281">
            <a:extLst>
              <a:ext uri="{FF2B5EF4-FFF2-40B4-BE49-F238E27FC236}">
                <a16:creationId xmlns:a16="http://schemas.microsoft.com/office/drawing/2014/main" id="{4A6E73CA-5C88-6F90-DC5C-FDF389ABDC9F}"/>
              </a:ext>
            </a:extLst>
          </p:cNvPr>
          <p:cNvSpPr/>
          <p:nvPr/>
        </p:nvSpPr>
        <p:spPr>
          <a:xfrm rot="20780835">
            <a:off x="1826708" y="36235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3" name="Star: 5 Points 282">
            <a:extLst>
              <a:ext uri="{FF2B5EF4-FFF2-40B4-BE49-F238E27FC236}">
                <a16:creationId xmlns:a16="http://schemas.microsoft.com/office/drawing/2014/main" id="{EAE91C16-29B1-7986-8809-32942CCF6544}"/>
              </a:ext>
            </a:extLst>
          </p:cNvPr>
          <p:cNvSpPr/>
          <p:nvPr/>
        </p:nvSpPr>
        <p:spPr>
          <a:xfrm rot="20780835">
            <a:off x="2270909" y="44873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4" name="Star: 5 Points 283">
            <a:extLst>
              <a:ext uri="{FF2B5EF4-FFF2-40B4-BE49-F238E27FC236}">
                <a16:creationId xmlns:a16="http://schemas.microsoft.com/office/drawing/2014/main" id="{FDD2758E-41AC-8EEA-66A9-87DC11D4EECC}"/>
              </a:ext>
            </a:extLst>
          </p:cNvPr>
          <p:cNvSpPr/>
          <p:nvPr/>
        </p:nvSpPr>
        <p:spPr>
          <a:xfrm rot="20780835">
            <a:off x="1689786" y="474182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5" name="Star: 5 Points 284">
            <a:extLst>
              <a:ext uri="{FF2B5EF4-FFF2-40B4-BE49-F238E27FC236}">
                <a16:creationId xmlns:a16="http://schemas.microsoft.com/office/drawing/2014/main" id="{1B354955-DC82-0E11-3F69-A0ED5181D8B0}"/>
              </a:ext>
            </a:extLst>
          </p:cNvPr>
          <p:cNvSpPr/>
          <p:nvPr/>
        </p:nvSpPr>
        <p:spPr>
          <a:xfrm rot="20780835">
            <a:off x="4260255" y="33066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6" name="Star: 5 Points 285">
            <a:extLst>
              <a:ext uri="{FF2B5EF4-FFF2-40B4-BE49-F238E27FC236}">
                <a16:creationId xmlns:a16="http://schemas.microsoft.com/office/drawing/2014/main" id="{C93B2AC8-2808-CF1D-2F1C-651ED5AC04A9}"/>
              </a:ext>
            </a:extLst>
          </p:cNvPr>
          <p:cNvSpPr/>
          <p:nvPr/>
        </p:nvSpPr>
        <p:spPr>
          <a:xfrm rot="20780835">
            <a:off x="4349788" y="55374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7" name="Star: 5 Points 286">
            <a:extLst>
              <a:ext uri="{FF2B5EF4-FFF2-40B4-BE49-F238E27FC236}">
                <a16:creationId xmlns:a16="http://schemas.microsoft.com/office/drawing/2014/main" id="{3DF6471F-9873-7CC3-68C8-CAFC7B00D701}"/>
              </a:ext>
            </a:extLst>
          </p:cNvPr>
          <p:cNvSpPr/>
          <p:nvPr/>
        </p:nvSpPr>
        <p:spPr>
          <a:xfrm rot="20780835">
            <a:off x="4537382" y="4994989"/>
            <a:ext cx="261832" cy="16362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8" name="Star: 5 Points 287">
            <a:extLst>
              <a:ext uri="{FF2B5EF4-FFF2-40B4-BE49-F238E27FC236}">
                <a16:creationId xmlns:a16="http://schemas.microsoft.com/office/drawing/2014/main" id="{99ED54BF-D590-82CA-958D-4B45FAFF5268}"/>
              </a:ext>
            </a:extLst>
          </p:cNvPr>
          <p:cNvSpPr/>
          <p:nvPr/>
        </p:nvSpPr>
        <p:spPr>
          <a:xfrm rot="20780835">
            <a:off x="3386078" y="40323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9" name="Star: 5 Points 288">
            <a:extLst>
              <a:ext uri="{FF2B5EF4-FFF2-40B4-BE49-F238E27FC236}">
                <a16:creationId xmlns:a16="http://schemas.microsoft.com/office/drawing/2014/main" id="{5D53D01D-F3C3-1657-BA37-2B748C4CF9AF}"/>
              </a:ext>
            </a:extLst>
          </p:cNvPr>
          <p:cNvSpPr/>
          <p:nvPr/>
        </p:nvSpPr>
        <p:spPr>
          <a:xfrm rot="20780835">
            <a:off x="3679132" y="35611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0" name="Star: 5 Points 289">
            <a:extLst>
              <a:ext uri="{FF2B5EF4-FFF2-40B4-BE49-F238E27FC236}">
                <a16:creationId xmlns:a16="http://schemas.microsoft.com/office/drawing/2014/main" id="{8AAAAF0B-C50F-0AB4-293C-51BA5B82F03B}"/>
              </a:ext>
            </a:extLst>
          </p:cNvPr>
          <p:cNvSpPr/>
          <p:nvPr/>
        </p:nvSpPr>
        <p:spPr>
          <a:xfrm rot="20780835">
            <a:off x="4123333" y="44248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1" name="Star: 5 Points 290">
            <a:extLst>
              <a:ext uri="{FF2B5EF4-FFF2-40B4-BE49-F238E27FC236}">
                <a16:creationId xmlns:a16="http://schemas.microsoft.com/office/drawing/2014/main" id="{C07BA8E9-450F-FA86-5A68-32E47B42FDED}"/>
              </a:ext>
            </a:extLst>
          </p:cNvPr>
          <p:cNvSpPr/>
          <p:nvPr/>
        </p:nvSpPr>
        <p:spPr>
          <a:xfrm rot="20780835">
            <a:off x="3542210" y="46793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2" name="Star: 5 Points 291">
            <a:extLst>
              <a:ext uri="{FF2B5EF4-FFF2-40B4-BE49-F238E27FC236}">
                <a16:creationId xmlns:a16="http://schemas.microsoft.com/office/drawing/2014/main" id="{F6281533-47E1-BA2F-98C8-4543FE79AC45}"/>
              </a:ext>
            </a:extLst>
          </p:cNvPr>
          <p:cNvSpPr/>
          <p:nvPr/>
        </p:nvSpPr>
        <p:spPr>
          <a:xfrm rot="20780835">
            <a:off x="739412" y="5954707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3" name="Star: 5 Points 292">
            <a:extLst>
              <a:ext uri="{FF2B5EF4-FFF2-40B4-BE49-F238E27FC236}">
                <a16:creationId xmlns:a16="http://schemas.microsoft.com/office/drawing/2014/main" id="{E739F531-A0B5-2414-8E71-2CB4EF040A44}"/>
              </a:ext>
            </a:extLst>
          </p:cNvPr>
          <p:cNvSpPr/>
          <p:nvPr/>
        </p:nvSpPr>
        <p:spPr>
          <a:xfrm rot="20780835">
            <a:off x="3990714" y="6123213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4" name="Star: 5 Points 293">
            <a:extLst>
              <a:ext uri="{FF2B5EF4-FFF2-40B4-BE49-F238E27FC236}">
                <a16:creationId xmlns:a16="http://schemas.microsoft.com/office/drawing/2014/main" id="{60D855A3-FAE1-99DA-FE05-3D61B76044CE}"/>
              </a:ext>
            </a:extLst>
          </p:cNvPr>
          <p:cNvSpPr/>
          <p:nvPr/>
        </p:nvSpPr>
        <p:spPr>
          <a:xfrm rot="20780835">
            <a:off x="2351322" y="1978002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5" name="Star: 5 Points 294">
            <a:extLst>
              <a:ext uri="{FF2B5EF4-FFF2-40B4-BE49-F238E27FC236}">
                <a16:creationId xmlns:a16="http://schemas.microsoft.com/office/drawing/2014/main" id="{677878AD-57F7-376A-1A43-F286B942A309}"/>
              </a:ext>
            </a:extLst>
          </p:cNvPr>
          <p:cNvSpPr/>
          <p:nvPr/>
        </p:nvSpPr>
        <p:spPr>
          <a:xfrm rot="20780835">
            <a:off x="2798671" y="608886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6" name="Star: 5 Points 295">
            <a:extLst>
              <a:ext uri="{FF2B5EF4-FFF2-40B4-BE49-F238E27FC236}">
                <a16:creationId xmlns:a16="http://schemas.microsoft.com/office/drawing/2014/main" id="{1AA1177E-B543-9C11-D647-906CDACA8AA6}"/>
              </a:ext>
            </a:extLst>
          </p:cNvPr>
          <p:cNvSpPr/>
          <p:nvPr/>
        </p:nvSpPr>
        <p:spPr>
          <a:xfrm rot="20780835">
            <a:off x="3246020" y="-76023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7" name="Star: 5 Points 296">
            <a:extLst>
              <a:ext uri="{FF2B5EF4-FFF2-40B4-BE49-F238E27FC236}">
                <a16:creationId xmlns:a16="http://schemas.microsoft.com/office/drawing/2014/main" id="{BF5A6CDB-5248-B5AB-B8AC-B72668EDFBF2}"/>
              </a:ext>
            </a:extLst>
          </p:cNvPr>
          <p:cNvSpPr/>
          <p:nvPr/>
        </p:nvSpPr>
        <p:spPr>
          <a:xfrm rot="20780835">
            <a:off x="418414" y="8693227"/>
            <a:ext cx="138949" cy="26560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8" name="Star: 5 Points 297">
            <a:extLst>
              <a:ext uri="{FF2B5EF4-FFF2-40B4-BE49-F238E27FC236}">
                <a16:creationId xmlns:a16="http://schemas.microsoft.com/office/drawing/2014/main" id="{751A408F-092D-5F93-63DD-8B15EC203D20}"/>
              </a:ext>
            </a:extLst>
          </p:cNvPr>
          <p:cNvSpPr/>
          <p:nvPr/>
        </p:nvSpPr>
        <p:spPr>
          <a:xfrm rot="20780835">
            <a:off x="2229019" y="87887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9" name="Star: 5 Points 298">
            <a:extLst>
              <a:ext uri="{FF2B5EF4-FFF2-40B4-BE49-F238E27FC236}">
                <a16:creationId xmlns:a16="http://schemas.microsoft.com/office/drawing/2014/main" id="{EE78FF92-AD8F-C675-771C-7FFB0D166B29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0" name="Star: 5 Points 299">
            <a:extLst>
              <a:ext uri="{FF2B5EF4-FFF2-40B4-BE49-F238E27FC236}">
                <a16:creationId xmlns:a16="http://schemas.microsoft.com/office/drawing/2014/main" id="{C0640D36-2D3F-91A3-E762-869002A52925}"/>
              </a:ext>
            </a:extLst>
          </p:cNvPr>
          <p:cNvSpPr/>
          <p:nvPr/>
        </p:nvSpPr>
        <p:spPr>
          <a:xfrm rot="20780835">
            <a:off x="2463367" y="84574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1" name="Star: 5 Points 300">
            <a:extLst>
              <a:ext uri="{FF2B5EF4-FFF2-40B4-BE49-F238E27FC236}">
                <a16:creationId xmlns:a16="http://schemas.microsoft.com/office/drawing/2014/main" id="{85DF9740-E3C7-A9D7-C4F4-81BF5C430BC8}"/>
              </a:ext>
            </a:extLst>
          </p:cNvPr>
          <p:cNvSpPr/>
          <p:nvPr/>
        </p:nvSpPr>
        <p:spPr>
          <a:xfrm rot="20780835">
            <a:off x="2232188" y="7402917"/>
            <a:ext cx="161528" cy="7891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2" name="Star: 5 Points 301">
            <a:extLst>
              <a:ext uri="{FF2B5EF4-FFF2-40B4-BE49-F238E27FC236}">
                <a16:creationId xmlns:a16="http://schemas.microsoft.com/office/drawing/2014/main" id="{667A99E2-6606-CDA7-9767-B8C4A09891D8}"/>
              </a:ext>
            </a:extLst>
          </p:cNvPr>
          <p:cNvSpPr/>
          <p:nvPr/>
        </p:nvSpPr>
        <p:spPr>
          <a:xfrm rot="20780835">
            <a:off x="11719535" y="5214283"/>
            <a:ext cx="204040" cy="1775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303" name="Star: 5 Points 302">
            <a:extLst>
              <a:ext uri="{FF2B5EF4-FFF2-40B4-BE49-F238E27FC236}">
                <a16:creationId xmlns:a16="http://schemas.microsoft.com/office/drawing/2014/main" id="{5DCDD350-5F06-C038-735F-E0EB55EE4E75}"/>
              </a:ext>
            </a:extLst>
          </p:cNvPr>
          <p:cNvSpPr/>
          <p:nvPr/>
        </p:nvSpPr>
        <p:spPr>
          <a:xfrm rot="20780835">
            <a:off x="8264557" y="50100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4" name="Star: 5 Points 303">
            <a:extLst>
              <a:ext uri="{FF2B5EF4-FFF2-40B4-BE49-F238E27FC236}">
                <a16:creationId xmlns:a16="http://schemas.microsoft.com/office/drawing/2014/main" id="{820432C7-171E-CEF6-DEBC-36CC5D721F7E}"/>
              </a:ext>
            </a:extLst>
          </p:cNvPr>
          <p:cNvSpPr/>
          <p:nvPr/>
        </p:nvSpPr>
        <p:spPr>
          <a:xfrm rot="20780835">
            <a:off x="9689554" y="5186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5" name="Star: 5 Points 304">
            <a:extLst>
              <a:ext uri="{FF2B5EF4-FFF2-40B4-BE49-F238E27FC236}">
                <a16:creationId xmlns:a16="http://schemas.microsoft.com/office/drawing/2014/main" id="{299B0E17-BF92-3E42-AE14-1853ECCED9A1}"/>
              </a:ext>
            </a:extLst>
          </p:cNvPr>
          <p:cNvSpPr/>
          <p:nvPr/>
        </p:nvSpPr>
        <p:spPr>
          <a:xfrm rot="20780835">
            <a:off x="9104818" y="51706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06" name="Star: 5 Points 305">
            <a:extLst>
              <a:ext uri="{FF2B5EF4-FFF2-40B4-BE49-F238E27FC236}">
                <a16:creationId xmlns:a16="http://schemas.microsoft.com/office/drawing/2014/main" id="{513EB5E6-82AF-E520-FEF1-282C4FD8E040}"/>
              </a:ext>
            </a:extLst>
          </p:cNvPr>
          <p:cNvSpPr/>
          <p:nvPr/>
        </p:nvSpPr>
        <p:spPr>
          <a:xfrm rot="20780835">
            <a:off x="10241746" y="51651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7" name="Star: 5 Points 306">
            <a:extLst>
              <a:ext uri="{FF2B5EF4-FFF2-40B4-BE49-F238E27FC236}">
                <a16:creationId xmlns:a16="http://schemas.microsoft.com/office/drawing/2014/main" id="{8CCB7BBD-D416-B196-E251-D907116B3C2F}"/>
              </a:ext>
            </a:extLst>
          </p:cNvPr>
          <p:cNvSpPr/>
          <p:nvPr/>
        </p:nvSpPr>
        <p:spPr>
          <a:xfrm rot="20780835">
            <a:off x="14242625" y="51618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8" name="Star: 5 Points 307">
            <a:extLst>
              <a:ext uri="{FF2B5EF4-FFF2-40B4-BE49-F238E27FC236}">
                <a16:creationId xmlns:a16="http://schemas.microsoft.com/office/drawing/2014/main" id="{2271D6CE-C78E-0987-DD53-E8B3E6CA9D02}"/>
              </a:ext>
            </a:extLst>
          </p:cNvPr>
          <p:cNvSpPr/>
          <p:nvPr/>
        </p:nvSpPr>
        <p:spPr>
          <a:xfrm rot="20780835">
            <a:off x="13348133" y="53074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9" name="Star: 5 Points 308">
            <a:extLst>
              <a:ext uri="{FF2B5EF4-FFF2-40B4-BE49-F238E27FC236}">
                <a16:creationId xmlns:a16="http://schemas.microsoft.com/office/drawing/2014/main" id="{384074D6-FA18-2FFB-51F7-5463CBD6A578}"/>
              </a:ext>
            </a:extLst>
          </p:cNvPr>
          <p:cNvSpPr/>
          <p:nvPr/>
        </p:nvSpPr>
        <p:spPr>
          <a:xfrm rot="20780835">
            <a:off x="10815893" y="44828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0" name="Star: 5 Points 309">
            <a:extLst>
              <a:ext uri="{FF2B5EF4-FFF2-40B4-BE49-F238E27FC236}">
                <a16:creationId xmlns:a16="http://schemas.microsoft.com/office/drawing/2014/main" id="{5437AACE-383A-B39D-15E6-24611A9AD9C1}"/>
              </a:ext>
            </a:extLst>
          </p:cNvPr>
          <p:cNvSpPr/>
          <p:nvPr/>
        </p:nvSpPr>
        <p:spPr>
          <a:xfrm rot="20780835">
            <a:off x="12582958" y="49389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1" name="Star: 5 Points 310">
            <a:extLst>
              <a:ext uri="{FF2B5EF4-FFF2-40B4-BE49-F238E27FC236}">
                <a16:creationId xmlns:a16="http://schemas.microsoft.com/office/drawing/2014/main" id="{B19A5547-7575-DD25-A449-2BC35B510957}"/>
              </a:ext>
            </a:extLst>
          </p:cNvPr>
          <p:cNvSpPr/>
          <p:nvPr/>
        </p:nvSpPr>
        <p:spPr>
          <a:xfrm rot="20780835">
            <a:off x="17318302" y="47862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2" name="Star: 5 Points 311">
            <a:extLst>
              <a:ext uri="{FF2B5EF4-FFF2-40B4-BE49-F238E27FC236}">
                <a16:creationId xmlns:a16="http://schemas.microsoft.com/office/drawing/2014/main" id="{4A50B742-6B18-DD1F-FDC9-1E8AB89ACF2A}"/>
              </a:ext>
            </a:extLst>
          </p:cNvPr>
          <p:cNvSpPr/>
          <p:nvPr/>
        </p:nvSpPr>
        <p:spPr>
          <a:xfrm rot="20780835">
            <a:off x="16423810" y="493180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3" name="Star: 5 Points 312">
            <a:extLst>
              <a:ext uri="{FF2B5EF4-FFF2-40B4-BE49-F238E27FC236}">
                <a16:creationId xmlns:a16="http://schemas.microsoft.com/office/drawing/2014/main" id="{516CA795-B29D-CCD7-0281-AD43E551A8DC}"/>
              </a:ext>
            </a:extLst>
          </p:cNvPr>
          <p:cNvSpPr/>
          <p:nvPr/>
        </p:nvSpPr>
        <p:spPr>
          <a:xfrm rot="20780835">
            <a:off x="17521823" y="6574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4" name="Star: 5 Points 313">
            <a:extLst>
              <a:ext uri="{FF2B5EF4-FFF2-40B4-BE49-F238E27FC236}">
                <a16:creationId xmlns:a16="http://schemas.microsoft.com/office/drawing/2014/main" id="{8505492A-940F-5E00-6008-4439380F5A17}"/>
              </a:ext>
            </a:extLst>
          </p:cNvPr>
          <p:cNvSpPr/>
          <p:nvPr/>
        </p:nvSpPr>
        <p:spPr>
          <a:xfrm rot="20780835">
            <a:off x="16627331" y="67198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5" name="Star: 5 Points 314">
            <a:extLst>
              <a:ext uri="{FF2B5EF4-FFF2-40B4-BE49-F238E27FC236}">
                <a16:creationId xmlns:a16="http://schemas.microsoft.com/office/drawing/2014/main" id="{70DC64F3-8353-F40A-475D-0141404A412C}"/>
              </a:ext>
            </a:extLst>
          </p:cNvPr>
          <p:cNvSpPr/>
          <p:nvPr/>
        </p:nvSpPr>
        <p:spPr>
          <a:xfrm rot="20780835">
            <a:off x="17318302" y="22894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6" name="Star: 5 Points 315">
            <a:extLst>
              <a:ext uri="{FF2B5EF4-FFF2-40B4-BE49-F238E27FC236}">
                <a16:creationId xmlns:a16="http://schemas.microsoft.com/office/drawing/2014/main" id="{DDEF655D-498D-DBE2-2D5C-9E416B933353}"/>
              </a:ext>
            </a:extLst>
          </p:cNvPr>
          <p:cNvSpPr/>
          <p:nvPr/>
        </p:nvSpPr>
        <p:spPr>
          <a:xfrm rot="20780835">
            <a:off x="16423810" y="24350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7" name="Star: 5 Points 316">
            <a:extLst>
              <a:ext uri="{FF2B5EF4-FFF2-40B4-BE49-F238E27FC236}">
                <a16:creationId xmlns:a16="http://schemas.microsoft.com/office/drawing/2014/main" id="{B0CEFAF7-E4AD-7FC2-A2A1-CFC3D8E5CDB6}"/>
              </a:ext>
            </a:extLst>
          </p:cNvPr>
          <p:cNvSpPr/>
          <p:nvPr/>
        </p:nvSpPr>
        <p:spPr>
          <a:xfrm rot="20780835">
            <a:off x="3492400" y="9932249"/>
            <a:ext cx="323243" cy="4571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8" name="Star: 5 Points 317">
            <a:extLst>
              <a:ext uri="{FF2B5EF4-FFF2-40B4-BE49-F238E27FC236}">
                <a16:creationId xmlns:a16="http://schemas.microsoft.com/office/drawing/2014/main" id="{E601C1D4-D019-2013-2043-B370916F319C}"/>
              </a:ext>
            </a:extLst>
          </p:cNvPr>
          <p:cNvSpPr/>
          <p:nvPr/>
        </p:nvSpPr>
        <p:spPr>
          <a:xfrm rot="20780835">
            <a:off x="4123041" y="9832222"/>
            <a:ext cx="277216" cy="9697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9" name="Star: 5 Points 318">
            <a:extLst>
              <a:ext uri="{FF2B5EF4-FFF2-40B4-BE49-F238E27FC236}">
                <a16:creationId xmlns:a16="http://schemas.microsoft.com/office/drawing/2014/main" id="{2AEE66B6-031E-E423-F570-747C4D85E5D2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0" name="Star: 5 Points 319">
            <a:extLst>
              <a:ext uri="{FF2B5EF4-FFF2-40B4-BE49-F238E27FC236}">
                <a16:creationId xmlns:a16="http://schemas.microsoft.com/office/drawing/2014/main" id="{7C251806-96E3-CCBF-4CF0-FC4720851B6C}"/>
              </a:ext>
            </a:extLst>
          </p:cNvPr>
          <p:cNvSpPr/>
          <p:nvPr/>
        </p:nvSpPr>
        <p:spPr>
          <a:xfrm rot="20780835">
            <a:off x="3478224" y="9813827"/>
            <a:ext cx="299628" cy="16866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1" name="Star: 5 Points 320">
            <a:extLst>
              <a:ext uri="{FF2B5EF4-FFF2-40B4-BE49-F238E27FC236}">
                <a16:creationId xmlns:a16="http://schemas.microsoft.com/office/drawing/2014/main" id="{B38C0D42-253F-5787-54CD-53CBD66864B7}"/>
              </a:ext>
            </a:extLst>
          </p:cNvPr>
          <p:cNvSpPr/>
          <p:nvPr/>
        </p:nvSpPr>
        <p:spPr>
          <a:xfrm rot="20780835">
            <a:off x="891519" y="10156754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2" name="Star: 5 Points 321">
            <a:extLst>
              <a:ext uri="{FF2B5EF4-FFF2-40B4-BE49-F238E27FC236}">
                <a16:creationId xmlns:a16="http://schemas.microsoft.com/office/drawing/2014/main" id="{EC5E3245-7BF0-2EF1-CD0F-45980BC2E881}"/>
              </a:ext>
            </a:extLst>
          </p:cNvPr>
          <p:cNvSpPr/>
          <p:nvPr/>
        </p:nvSpPr>
        <p:spPr>
          <a:xfrm rot="20780835">
            <a:off x="347355" y="9947419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3" name="Star: 5 Points 322">
            <a:extLst>
              <a:ext uri="{FF2B5EF4-FFF2-40B4-BE49-F238E27FC236}">
                <a16:creationId xmlns:a16="http://schemas.microsoft.com/office/drawing/2014/main" id="{64BC6317-E3B5-F26C-4817-CDD8CB036383}"/>
              </a:ext>
            </a:extLst>
          </p:cNvPr>
          <p:cNvSpPr/>
          <p:nvPr/>
        </p:nvSpPr>
        <p:spPr>
          <a:xfrm rot="20780835">
            <a:off x="18157798" y="467444"/>
            <a:ext cx="127663" cy="28631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4" name="Star: 5 Points 323">
            <a:extLst>
              <a:ext uri="{FF2B5EF4-FFF2-40B4-BE49-F238E27FC236}">
                <a16:creationId xmlns:a16="http://schemas.microsoft.com/office/drawing/2014/main" id="{8DEF4BD5-15DE-AD13-54F4-08503BFFD409}"/>
              </a:ext>
            </a:extLst>
          </p:cNvPr>
          <p:cNvSpPr/>
          <p:nvPr/>
        </p:nvSpPr>
        <p:spPr>
          <a:xfrm rot="20780835">
            <a:off x="8183475" y="191997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5" name="Freeform: Shape 324">
            <a:extLst>
              <a:ext uri="{FF2B5EF4-FFF2-40B4-BE49-F238E27FC236}">
                <a16:creationId xmlns:a16="http://schemas.microsoft.com/office/drawing/2014/main" id="{1E0447CD-B165-9B99-C7C7-03F2FDE4F1CE}"/>
              </a:ext>
            </a:extLst>
          </p:cNvPr>
          <p:cNvSpPr/>
          <p:nvPr/>
        </p:nvSpPr>
        <p:spPr>
          <a:xfrm>
            <a:off x="14973300" y="587829"/>
            <a:ext cx="702129" cy="914400"/>
          </a:xfrm>
          <a:custGeom>
            <a:avLst/>
            <a:gdLst>
              <a:gd name="csX0" fmla="*/ 326571 w 702129"/>
              <a:gd name="csY0" fmla="*/ 0 h 914400"/>
              <a:gd name="csX1" fmla="*/ 473529 w 702129"/>
              <a:gd name="csY1" fmla="*/ 81642 h 914400"/>
              <a:gd name="csX2" fmla="*/ 522514 w 702129"/>
              <a:gd name="csY2" fmla="*/ 97971 h 914400"/>
              <a:gd name="csX3" fmla="*/ 702129 w 702129"/>
              <a:gd name="csY3" fmla="*/ 114300 h 914400"/>
              <a:gd name="csX4" fmla="*/ 620486 w 702129"/>
              <a:gd name="csY4" fmla="*/ 244928 h 914400"/>
              <a:gd name="csX5" fmla="*/ 571500 w 702129"/>
              <a:gd name="csY5" fmla="*/ 342900 h 914400"/>
              <a:gd name="csX6" fmla="*/ 424543 w 702129"/>
              <a:gd name="csY6" fmla="*/ 473528 h 914400"/>
              <a:gd name="csX7" fmla="*/ 228600 w 702129"/>
              <a:gd name="csY7" fmla="*/ 734785 h 914400"/>
              <a:gd name="csX8" fmla="*/ 97971 w 702129"/>
              <a:gd name="csY8" fmla="*/ 849085 h 914400"/>
              <a:gd name="csX9" fmla="*/ 0 w 702129"/>
              <a:gd name="csY9" fmla="*/ 91440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2129" h="914400">
                <a:moveTo>
                  <a:pt x="326571" y="0"/>
                </a:moveTo>
                <a:cubicBezTo>
                  <a:pt x="378186" y="30968"/>
                  <a:pt x="418867" y="58215"/>
                  <a:pt x="473529" y="81642"/>
                </a:cubicBezTo>
                <a:cubicBezTo>
                  <a:pt x="489349" y="88422"/>
                  <a:pt x="505475" y="95537"/>
                  <a:pt x="522514" y="97971"/>
                </a:cubicBezTo>
                <a:cubicBezTo>
                  <a:pt x="582028" y="106473"/>
                  <a:pt x="642257" y="108857"/>
                  <a:pt x="702129" y="114300"/>
                </a:cubicBezTo>
                <a:cubicBezTo>
                  <a:pt x="674915" y="157843"/>
                  <a:pt x="645962" y="200346"/>
                  <a:pt x="620486" y="244928"/>
                </a:cubicBezTo>
                <a:cubicBezTo>
                  <a:pt x="602371" y="276629"/>
                  <a:pt x="595262" y="315178"/>
                  <a:pt x="571500" y="342900"/>
                </a:cubicBezTo>
                <a:cubicBezTo>
                  <a:pt x="528847" y="392662"/>
                  <a:pt x="467702" y="424204"/>
                  <a:pt x="424543" y="473528"/>
                </a:cubicBezTo>
                <a:cubicBezTo>
                  <a:pt x="352860" y="555451"/>
                  <a:pt x="300030" y="652641"/>
                  <a:pt x="228600" y="734785"/>
                </a:cubicBezTo>
                <a:cubicBezTo>
                  <a:pt x="190634" y="778445"/>
                  <a:pt x="142419" y="812045"/>
                  <a:pt x="97971" y="849085"/>
                </a:cubicBezTo>
                <a:cubicBezTo>
                  <a:pt x="41682" y="895992"/>
                  <a:pt x="48607" y="890096"/>
                  <a:pt x="0" y="9144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7" name="Flowchart: Sequential Access Storage 326">
            <a:extLst>
              <a:ext uri="{FF2B5EF4-FFF2-40B4-BE49-F238E27FC236}">
                <a16:creationId xmlns:a16="http://schemas.microsoft.com/office/drawing/2014/main" id="{F45BDC46-070E-7341-F883-9502581E51B0}"/>
              </a:ext>
            </a:extLst>
          </p:cNvPr>
          <p:cNvSpPr/>
          <p:nvPr/>
        </p:nvSpPr>
        <p:spPr>
          <a:xfrm flipH="1">
            <a:off x="13171467" y="11492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8" name="Flowchart: Sequential Access Storage 327">
            <a:extLst>
              <a:ext uri="{FF2B5EF4-FFF2-40B4-BE49-F238E27FC236}">
                <a16:creationId xmlns:a16="http://schemas.microsoft.com/office/drawing/2014/main" id="{223A48B6-1B00-948B-D324-FD1681EDC133}"/>
              </a:ext>
            </a:extLst>
          </p:cNvPr>
          <p:cNvSpPr/>
          <p:nvPr/>
        </p:nvSpPr>
        <p:spPr>
          <a:xfrm flipH="1">
            <a:off x="15845330" y="9062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9" name="Flowchart: Sequential Access Storage 328">
            <a:extLst>
              <a:ext uri="{FF2B5EF4-FFF2-40B4-BE49-F238E27FC236}">
                <a16:creationId xmlns:a16="http://schemas.microsoft.com/office/drawing/2014/main" id="{0D7E2963-3BC0-A044-F7FD-4D2AE15FC05E}"/>
              </a:ext>
            </a:extLst>
          </p:cNvPr>
          <p:cNvSpPr/>
          <p:nvPr/>
        </p:nvSpPr>
        <p:spPr>
          <a:xfrm flipH="1">
            <a:off x="3941025" y="33758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0" name="Flowchart: Sequential Access Storage 329">
            <a:extLst>
              <a:ext uri="{FF2B5EF4-FFF2-40B4-BE49-F238E27FC236}">
                <a16:creationId xmlns:a16="http://schemas.microsoft.com/office/drawing/2014/main" id="{7520534B-ACEF-4C12-ED79-274685B86608}"/>
              </a:ext>
            </a:extLst>
          </p:cNvPr>
          <p:cNvSpPr/>
          <p:nvPr/>
        </p:nvSpPr>
        <p:spPr>
          <a:xfrm flipH="1">
            <a:off x="17878359" y="14734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1" name="Flowchart: Sequential Access Storage 330">
            <a:extLst>
              <a:ext uri="{FF2B5EF4-FFF2-40B4-BE49-F238E27FC236}">
                <a16:creationId xmlns:a16="http://schemas.microsoft.com/office/drawing/2014/main" id="{BC1A21F6-D811-D4DA-A0DB-C191BD3E578D}"/>
              </a:ext>
            </a:extLst>
          </p:cNvPr>
          <p:cNvSpPr/>
          <p:nvPr/>
        </p:nvSpPr>
        <p:spPr>
          <a:xfrm flipH="1">
            <a:off x="17137136" y="871053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2" name="Flowchart: Sequential Access Storage 331">
            <a:extLst>
              <a:ext uri="{FF2B5EF4-FFF2-40B4-BE49-F238E27FC236}">
                <a16:creationId xmlns:a16="http://schemas.microsoft.com/office/drawing/2014/main" id="{12BC44D0-808B-0956-D021-6FF25FEF1D17}"/>
              </a:ext>
            </a:extLst>
          </p:cNvPr>
          <p:cNvSpPr/>
          <p:nvPr/>
        </p:nvSpPr>
        <p:spPr>
          <a:xfrm flipH="1">
            <a:off x="2202212" y="88365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3" name="Flowchart: Sequential Access Storage 332">
            <a:extLst>
              <a:ext uri="{FF2B5EF4-FFF2-40B4-BE49-F238E27FC236}">
                <a16:creationId xmlns:a16="http://schemas.microsoft.com/office/drawing/2014/main" id="{5387B868-D8BC-93F7-42F0-6558CE99B9B9}"/>
              </a:ext>
            </a:extLst>
          </p:cNvPr>
          <p:cNvSpPr/>
          <p:nvPr/>
        </p:nvSpPr>
        <p:spPr>
          <a:xfrm flipH="1">
            <a:off x="252730" y="2067111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4" name="Star: 5 Points 333">
            <a:extLst>
              <a:ext uri="{FF2B5EF4-FFF2-40B4-BE49-F238E27FC236}">
                <a16:creationId xmlns:a16="http://schemas.microsoft.com/office/drawing/2014/main" id="{C5BD9C28-79B3-0FC0-DFB2-9D5E8E7FDDA5}"/>
              </a:ext>
            </a:extLst>
          </p:cNvPr>
          <p:cNvSpPr/>
          <p:nvPr/>
        </p:nvSpPr>
        <p:spPr>
          <a:xfrm rot="20780835">
            <a:off x="8981218" y="974916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5" name="Star: 5 Points 334">
            <a:extLst>
              <a:ext uri="{FF2B5EF4-FFF2-40B4-BE49-F238E27FC236}">
                <a16:creationId xmlns:a16="http://schemas.microsoft.com/office/drawing/2014/main" id="{C4D990D5-47C9-01FA-941A-D722C67931BF}"/>
              </a:ext>
            </a:extLst>
          </p:cNvPr>
          <p:cNvSpPr/>
          <p:nvPr/>
        </p:nvSpPr>
        <p:spPr>
          <a:xfrm rot="20780835">
            <a:off x="5133519" y="98938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6" name="Star: 5 Points 335">
            <a:extLst>
              <a:ext uri="{FF2B5EF4-FFF2-40B4-BE49-F238E27FC236}">
                <a16:creationId xmlns:a16="http://schemas.microsoft.com/office/drawing/2014/main" id="{89791CB2-3B20-28E0-08F5-1C12CC49CC23}"/>
              </a:ext>
            </a:extLst>
          </p:cNvPr>
          <p:cNvSpPr/>
          <p:nvPr/>
        </p:nvSpPr>
        <p:spPr>
          <a:xfrm rot="20780835">
            <a:off x="5426573" y="94226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7" name="Star: 5 Points 336">
            <a:extLst>
              <a:ext uri="{FF2B5EF4-FFF2-40B4-BE49-F238E27FC236}">
                <a16:creationId xmlns:a16="http://schemas.microsoft.com/office/drawing/2014/main" id="{4D435DBE-FA98-319A-3AFB-567BEB9DED4D}"/>
              </a:ext>
            </a:extLst>
          </p:cNvPr>
          <p:cNvSpPr/>
          <p:nvPr/>
        </p:nvSpPr>
        <p:spPr>
          <a:xfrm rot="20780835">
            <a:off x="6887839" y="9709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8" name="Star: 5 Points 337">
            <a:extLst>
              <a:ext uri="{FF2B5EF4-FFF2-40B4-BE49-F238E27FC236}">
                <a16:creationId xmlns:a16="http://schemas.microsoft.com/office/drawing/2014/main" id="{5972F0E5-3026-1D46-F5E5-D91797DA5F53}"/>
              </a:ext>
            </a:extLst>
          </p:cNvPr>
          <p:cNvSpPr/>
          <p:nvPr/>
        </p:nvSpPr>
        <p:spPr>
          <a:xfrm rot="20780835">
            <a:off x="10154415" y="98198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9" name="Star: 5 Points 338">
            <a:extLst>
              <a:ext uri="{FF2B5EF4-FFF2-40B4-BE49-F238E27FC236}">
                <a16:creationId xmlns:a16="http://schemas.microsoft.com/office/drawing/2014/main" id="{238A6DA9-1DF7-D941-5620-63639801F180}"/>
              </a:ext>
            </a:extLst>
          </p:cNvPr>
          <p:cNvSpPr/>
          <p:nvPr/>
        </p:nvSpPr>
        <p:spPr>
          <a:xfrm rot="20780835" flipH="1">
            <a:off x="10415842" y="9331647"/>
            <a:ext cx="106052" cy="31734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0" name="Star: 5 Points 339">
            <a:extLst>
              <a:ext uri="{FF2B5EF4-FFF2-40B4-BE49-F238E27FC236}">
                <a16:creationId xmlns:a16="http://schemas.microsoft.com/office/drawing/2014/main" id="{52C50DA0-4461-9971-6A53-694ECC7D95C8}"/>
              </a:ext>
            </a:extLst>
          </p:cNvPr>
          <p:cNvSpPr/>
          <p:nvPr/>
        </p:nvSpPr>
        <p:spPr>
          <a:xfrm rot="20780835">
            <a:off x="6306716" y="996448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1" name="Star: 5 Points 340">
            <a:extLst>
              <a:ext uri="{FF2B5EF4-FFF2-40B4-BE49-F238E27FC236}">
                <a16:creationId xmlns:a16="http://schemas.microsoft.com/office/drawing/2014/main" id="{59C42F54-DDD3-3CE0-DB04-C1C78214BEDE}"/>
              </a:ext>
            </a:extLst>
          </p:cNvPr>
          <p:cNvSpPr/>
          <p:nvPr/>
        </p:nvSpPr>
        <p:spPr>
          <a:xfrm rot="20780835" flipV="1">
            <a:off x="6582401" y="9462777"/>
            <a:ext cx="265146" cy="5540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2" name="Star: 5 Points 341">
            <a:extLst>
              <a:ext uri="{FF2B5EF4-FFF2-40B4-BE49-F238E27FC236}">
                <a16:creationId xmlns:a16="http://schemas.microsoft.com/office/drawing/2014/main" id="{85D5E348-9B0F-B257-E28C-39AE790262CB}"/>
              </a:ext>
            </a:extLst>
          </p:cNvPr>
          <p:cNvSpPr/>
          <p:nvPr/>
        </p:nvSpPr>
        <p:spPr>
          <a:xfrm rot="20780835">
            <a:off x="9391416" y="9603462"/>
            <a:ext cx="244029" cy="11978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3" name="Star: 5 Points 342">
            <a:extLst>
              <a:ext uri="{FF2B5EF4-FFF2-40B4-BE49-F238E27FC236}">
                <a16:creationId xmlns:a16="http://schemas.microsoft.com/office/drawing/2014/main" id="{26965C67-D918-D57C-1295-ECEBDD179077}"/>
              </a:ext>
            </a:extLst>
          </p:cNvPr>
          <p:cNvSpPr/>
          <p:nvPr/>
        </p:nvSpPr>
        <p:spPr>
          <a:xfrm rot="20780835">
            <a:off x="11579412" y="100310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4" name="Star: 5 Points 343">
            <a:extLst>
              <a:ext uri="{FF2B5EF4-FFF2-40B4-BE49-F238E27FC236}">
                <a16:creationId xmlns:a16="http://schemas.microsoft.com/office/drawing/2014/main" id="{231D9A05-4A1B-12D8-8800-BD915D477CCB}"/>
              </a:ext>
            </a:extLst>
          </p:cNvPr>
          <p:cNvSpPr/>
          <p:nvPr/>
        </p:nvSpPr>
        <p:spPr>
          <a:xfrm rot="20780835">
            <a:off x="11872466" y="9559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5" name="Star: 5 Points 344">
            <a:extLst>
              <a:ext uri="{FF2B5EF4-FFF2-40B4-BE49-F238E27FC236}">
                <a16:creationId xmlns:a16="http://schemas.microsoft.com/office/drawing/2014/main" id="{EB043F8F-4921-316D-8FBD-C28AA96D590F}"/>
              </a:ext>
            </a:extLst>
          </p:cNvPr>
          <p:cNvSpPr/>
          <p:nvPr/>
        </p:nvSpPr>
        <p:spPr>
          <a:xfrm rot="20780835">
            <a:off x="11291343" y="98491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6" name="Star: 5 Points 345">
            <a:extLst>
              <a:ext uri="{FF2B5EF4-FFF2-40B4-BE49-F238E27FC236}">
                <a16:creationId xmlns:a16="http://schemas.microsoft.com/office/drawing/2014/main" id="{553CE943-75A4-3383-44D3-7F76F53EBA98}"/>
              </a:ext>
            </a:extLst>
          </p:cNvPr>
          <p:cNvSpPr/>
          <p:nvPr/>
        </p:nvSpPr>
        <p:spPr>
          <a:xfrm rot="20780835">
            <a:off x="11287730" y="95440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7" name="Star: 5 Points 346">
            <a:extLst>
              <a:ext uri="{FF2B5EF4-FFF2-40B4-BE49-F238E27FC236}">
                <a16:creationId xmlns:a16="http://schemas.microsoft.com/office/drawing/2014/main" id="{E21892AC-2636-54B7-90C4-0475CE2C2A23}"/>
              </a:ext>
            </a:extLst>
          </p:cNvPr>
          <p:cNvSpPr/>
          <p:nvPr/>
        </p:nvSpPr>
        <p:spPr>
          <a:xfrm rot="20780835">
            <a:off x="12424658" y="953851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8" name="Star: 5 Points 347">
            <a:extLst>
              <a:ext uri="{FF2B5EF4-FFF2-40B4-BE49-F238E27FC236}">
                <a16:creationId xmlns:a16="http://schemas.microsoft.com/office/drawing/2014/main" id="{874FF3C2-F3CA-1B5C-966F-5080BF8086C0}"/>
              </a:ext>
            </a:extLst>
          </p:cNvPr>
          <p:cNvSpPr/>
          <p:nvPr/>
        </p:nvSpPr>
        <p:spPr>
          <a:xfrm rot="20780835">
            <a:off x="7880959" y="9911157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9" name="Star: 5 Points 348">
            <a:extLst>
              <a:ext uri="{FF2B5EF4-FFF2-40B4-BE49-F238E27FC236}">
                <a16:creationId xmlns:a16="http://schemas.microsoft.com/office/drawing/2014/main" id="{C5F1CA32-324B-05B6-9CB8-36B13AEBBC9B}"/>
              </a:ext>
            </a:extLst>
          </p:cNvPr>
          <p:cNvSpPr/>
          <p:nvPr/>
        </p:nvSpPr>
        <p:spPr>
          <a:xfrm rot="20780835">
            <a:off x="4185066" y="95250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0" name="Star: 5 Points 349">
            <a:extLst>
              <a:ext uri="{FF2B5EF4-FFF2-40B4-BE49-F238E27FC236}">
                <a16:creationId xmlns:a16="http://schemas.microsoft.com/office/drawing/2014/main" id="{0A3D86AF-3564-FDC3-EED7-10848F6361F4}"/>
              </a:ext>
            </a:extLst>
          </p:cNvPr>
          <p:cNvSpPr/>
          <p:nvPr/>
        </p:nvSpPr>
        <p:spPr>
          <a:xfrm rot="20780835">
            <a:off x="337367" y="96696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1" name="Star: 5 Points 350">
            <a:extLst>
              <a:ext uri="{FF2B5EF4-FFF2-40B4-BE49-F238E27FC236}">
                <a16:creationId xmlns:a16="http://schemas.microsoft.com/office/drawing/2014/main" id="{C74CFC6F-629D-22BC-FB98-A670F66440FF}"/>
              </a:ext>
            </a:extLst>
          </p:cNvPr>
          <p:cNvSpPr/>
          <p:nvPr/>
        </p:nvSpPr>
        <p:spPr>
          <a:xfrm rot="20780835">
            <a:off x="630421" y="91984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2" name="Star: 5 Points 351">
            <a:extLst>
              <a:ext uri="{FF2B5EF4-FFF2-40B4-BE49-F238E27FC236}">
                <a16:creationId xmlns:a16="http://schemas.microsoft.com/office/drawing/2014/main" id="{AEF2C00B-61F6-D2FA-BBC7-3F9FCE175F15}"/>
              </a:ext>
            </a:extLst>
          </p:cNvPr>
          <p:cNvSpPr/>
          <p:nvPr/>
        </p:nvSpPr>
        <p:spPr>
          <a:xfrm rot="20780835">
            <a:off x="2091687" y="9485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3" name="Star: 5 Points 352">
            <a:extLst>
              <a:ext uri="{FF2B5EF4-FFF2-40B4-BE49-F238E27FC236}">
                <a16:creationId xmlns:a16="http://schemas.microsoft.com/office/drawing/2014/main" id="{4CFB2B0F-1EDC-0F93-8504-E62B1D0988BD}"/>
              </a:ext>
            </a:extLst>
          </p:cNvPr>
          <p:cNvSpPr/>
          <p:nvPr/>
        </p:nvSpPr>
        <p:spPr>
          <a:xfrm rot="20780835">
            <a:off x="5358263" y="95956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4" name="Star: 5 Points 353">
            <a:extLst>
              <a:ext uri="{FF2B5EF4-FFF2-40B4-BE49-F238E27FC236}">
                <a16:creationId xmlns:a16="http://schemas.microsoft.com/office/drawing/2014/main" id="{0CF19EA7-D266-1446-5523-9D6069338FA8}"/>
              </a:ext>
            </a:extLst>
          </p:cNvPr>
          <p:cNvSpPr/>
          <p:nvPr/>
        </p:nvSpPr>
        <p:spPr>
          <a:xfrm rot="20780835">
            <a:off x="5651317" y="91592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5" name="Star: 5 Points 354">
            <a:extLst>
              <a:ext uri="{FF2B5EF4-FFF2-40B4-BE49-F238E27FC236}">
                <a16:creationId xmlns:a16="http://schemas.microsoft.com/office/drawing/2014/main" id="{345E7008-7EBC-4013-1B3D-8D59707BA066}"/>
              </a:ext>
            </a:extLst>
          </p:cNvPr>
          <p:cNvSpPr/>
          <p:nvPr/>
        </p:nvSpPr>
        <p:spPr>
          <a:xfrm rot="20780835">
            <a:off x="1510564" y="974032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6" name="Star: 5 Points 355">
            <a:extLst>
              <a:ext uri="{FF2B5EF4-FFF2-40B4-BE49-F238E27FC236}">
                <a16:creationId xmlns:a16="http://schemas.microsoft.com/office/drawing/2014/main" id="{4B2D055C-4497-2239-E2B6-DF05B7432533}"/>
              </a:ext>
            </a:extLst>
          </p:cNvPr>
          <p:cNvSpPr/>
          <p:nvPr/>
        </p:nvSpPr>
        <p:spPr>
          <a:xfrm rot="20780835">
            <a:off x="1803618" y="930394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7" name="Star: 5 Points 356">
            <a:extLst>
              <a:ext uri="{FF2B5EF4-FFF2-40B4-BE49-F238E27FC236}">
                <a16:creationId xmlns:a16="http://schemas.microsoft.com/office/drawing/2014/main" id="{0842ACFA-1E7A-6A25-343E-EF296DE040DE}"/>
              </a:ext>
            </a:extLst>
          </p:cNvPr>
          <p:cNvSpPr/>
          <p:nvPr/>
        </p:nvSpPr>
        <p:spPr>
          <a:xfrm rot="20780835">
            <a:off x="3923263" y="930001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8" name="Star: 5 Points 357">
            <a:extLst>
              <a:ext uri="{FF2B5EF4-FFF2-40B4-BE49-F238E27FC236}">
                <a16:creationId xmlns:a16="http://schemas.microsoft.com/office/drawing/2014/main" id="{93127D00-C385-0A4F-C55D-623303F907A5}"/>
              </a:ext>
            </a:extLst>
          </p:cNvPr>
          <p:cNvSpPr/>
          <p:nvPr/>
        </p:nvSpPr>
        <p:spPr>
          <a:xfrm rot="20780835">
            <a:off x="6783260" y="98069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9" name="Star: 5 Points 358">
            <a:extLst>
              <a:ext uri="{FF2B5EF4-FFF2-40B4-BE49-F238E27FC236}">
                <a16:creationId xmlns:a16="http://schemas.microsoft.com/office/drawing/2014/main" id="{3F5DEBD7-3EF2-40A9-7AC3-44325DC73CEA}"/>
              </a:ext>
            </a:extLst>
          </p:cNvPr>
          <p:cNvSpPr/>
          <p:nvPr/>
        </p:nvSpPr>
        <p:spPr>
          <a:xfrm rot="20780835">
            <a:off x="7076314" y="93356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0" name="Star: 5 Points 359">
            <a:extLst>
              <a:ext uri="{FF2B5EF4-FFF2-40B4-BE49-F238E27FC236}">
                <a16:creationId xmlns:a16="http://schemas.microsoft.com/office/drawing/2014/main" id="{DB66588D-5F52-81A6-E6D4-67C124721D27}"/>
              </a:ext>
            </a:extLst>
          </p:cNvPr>
          <p:cNvSpPr/>
          <p:nvPr/>
        </p:nvSpPr>
        <p:spPr>
          <a:xfrm rot="20780835">
            <a:off x="6495191" y="96250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1" name="Star: 5 Points 360">
            <a:extLst>
              <a:ext uri="{FF2B5EF4-FFF2-40B4-BE49-F238E27FC236}">
                <a16:creationId xmlns:a16="http://schemas.microsoft.com/office/drawing/2014/main" id="{46E8CB15-7B34-C706-C321-636BE8E439C8}"/>
              </a:ext>
            </a:extLst>
          </p:cNvPr>
          <p:cNvSpPr/>
          <p:nvPr/>
        </p:nvSpPr>
        <p:spPr>
          <a:xfrm rot="20780835">
            <a:off x="6491578" y="93198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2" name="Star: 5 Points 361">
            <a:extLst>
              <a:ext uri="{FF2B5EF4-FFF2-40B4-BE49-F238E27FC236}">
                <a16:creationId xmlns:a16="http://schemas.microsoft.com/office/drawing/2014/main" id="{53E95055-2595-E999-A9DC-E851F691DD87}"/>
              </a:ext>
            </a:extLst>
          </p:cNvPr>
          <p:cNvSpPr/>
          <p:nvPr/>
        </p:nvSpPr>
        <p:spPr>
          <a:xfrm rot="20780835">
            <a:off x="7628506" y="93143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3" name="Star: 5 Points 362">
            <a:extLst>
              <a:ext uri="{FF2B5EF4-FFF2-40B4-BE49-F238E27FC236}">
                <a16:creationId xmlns:a16="http://schemas.microsoft.com/office/drawing/2014/main" id="{34595CCA-F7C5-F0C5-CB91-0495F922CBCE}"/>
              </a:ext>
            </a:extLst>
          </p:cNvPr>
          <p:cNvSpPr/>
          <p:nvPr/>
        </p:nvSpPr>
        <p:spPr>
          <a:xfrm rot="20780835">
            <a:off x="3084807" y="968699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4" name="Star: 5 Points 363">
            <a:extLst>
              <a:ext uri="{FF2B5EF4-FFF2-40B4-BE49-F238E27FC236}">
                <a16:creationId xmlns:a16="http://schemas.microsoft.com/office/drawing/2014/main" id="{B5291F20-535E-C376-AE46-1B3DDAE23A14}"/>
              </a:ext>
            </a:extLst>
          </p:cNvPr>
          <p:cNvSpPr/>
          <p:nvPr/>
        </p:nvSpPr>
        <p:spPr>
          <a:xfrm rot="20780835">
            <a:off x="14411724" y="96374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5" name="Star: 5 Points 364">
            <a:extLst>
              <a:ext uri="{FF2B5EF4-FFF2-40B4-BE49-F238E27FC236}">
                <a16:creationId xmlns:a16="http://schemas.microsoft.com/office/drawing/2014/main" id="{CBA061E4-2954-141A-A50B-2ACBBC1DBC9F}"/>
              </a:ext>
            </a:extLst>
          </p:cNvPr>
          <p:cNvSpPr/>
          <p:nvPr/>
        </p:nvSpPr>
        <p:spPr>
          <a:xfrm rot="20780835">
            <a:off x="10564025" y="978213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6" name="Star: 5 Points 365">
            <a:extLst>
              <a:ext uri="{FF2B5EF4-FFF2-40B4-BE49-F238E27FC236}">
                <a16:creationId xmlns:a16="http://schemas.microsoft.com/office/drawing/2014/main" id="{F802D187-09E6-5B8C-5779-EF8607D85503}"/>
              </a:ext>
            </a:extLst>
          </p:cNvPr>
          <p:cNvSpPr/>
          <p:nvPr/>
        </p:nvSpPr>
        <p:spPr>
          <a:xfrm rot="20780835">
            <a:off x="10857079" y="9310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7" name="Star: 5 Points 366">
            <a:extLst>
              <a:ext uri="{FF2B5EF4-FFF2-40B4-BE49-F238E27FC236}">
                <a16:creationId xmlns:a16="http://schemas.microsoft.com/office/drawing/2014/main" id="{9BE90D70-F053-FCE6-4B44-31D1EEAD3BE6}"/>
              </a:ext>
            </a:extLst>
          </p:cNvPr>
          <p:cNvSpPr/>
          <p:nvPr/>
        </p:nvSpPr>
        <p:spPr>
          <a:xfrm rot="20780835">
            <a:off x="12318345" y="95982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8" name="Star: 5 Points 367">
            <a:extLst>
              <a:ext uri="{FF2B5EF4-FFF2-40B4-BE49-F238E27FC236}">
                <a16:creationId xmlns:a16="http://schemas.microsoft.com/office/drawing/2014/main" id="{51F2025B-2630-8D50-9E77-800B9D936F62}"/>
              </a:ext>
            </a:extLst>
          </p:cNvPr>
          <p:cNvSpPr/>
          <p:nvPr/>
        </p:nvSpPr>
        <p:spPr>
          <a:xfrm rot="20780835">
            <a:off x="15584921" y="970809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9" name="Star: 5 Points 368">
            <a:extLst>
              <a:ext uri="{FF2B5EF4-FFF2-40B4-BE49-F238E27FC236}">
                <a16:creationId xmlns:a16="http://schemas.microsoft.com/office/drawing/2014/main" id="{54002712-3D25-18C1-983D-FAD4B3FC16BA}"/>
              </a:ext>
            </a:extLst>
          </p:cNvPr>
          <p:cNvSpPr/>
          <p:nvPr/>
        </p:nvSpPr>
        <p:spPr>
          <a:xfrm rot="20780835">
            <a:off x="15941948" y="82519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0" name="Star: 5 Points 369">
            <a:extLst>
              <a:ext uri="{FF2B5EF4-FFF2-40B4-BE49-F238E27FC236}">
                <a16:creationId xmlns:a16="http://schemas.microsoft.com/office/drawing/2014/main" id="{B36249A8-4B4D-BDD8-7AFE-99D7D1B6FE8E}"/>
              </a:ext>
            </a:extLst>
          </p:cNvPr>
          <p:cNvSpPr/>
          <p:nvPr/>
        </p:nvSpPr>
        <p:spPr>
          <a:xfrm rot="20780835">
            <a:off x="11737222" y="985277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1" name="Star: 5 Points 370">
            <a:extLst>
              <a:ext uri="{FF2B5EF4-FFF2-40B4-BE49-F238E27FC236}">
                <a16:creationId xmlns:a16="http://schemas.microsoft.com/office/drawing/2014/main" id="{FFF1CFAC-54AB-CC4E-85ED-82FC2A0CAB3E}"/>
              </a:ext>
            </a:extLst>
          </p:cNvPr>
          <p:cNvSpPr/>
          <p:nvPr/>
        </p:nvSpPr>
        <p:spPr>
          <a:xfrm rot="20780835">
            <a:off x="12030276" y="9416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2" name="Star: 5 Points 371">
            <a:extLst>
              <a:ext uri="{FF2B5EF4-FFF2-40B4-BE49-F238E27FC236}">
                <a16:creationId xmlns:a16="http://schemas.microsoft.com/office/drawing/2014/main" id="{54471062-A0CD-6FD5-2493-9ED0039236CF}"/>
              </a:ext>
            </a:extLst>
          </p:cNvPr>
          <p:cNvSpPr/>
          <p:nvPr/>
        </p:nvSpPr>
        <p:spPr>
          <a:xfrm rot="20780835">
            <a:off x="14770406" y="9934982"/>
            <a:ext cx="244029" cy="11978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3" name="Star: 5 Points 372">
            <a:extLst>
              <a:ext uri="{FF2B5EF4-FFF2-40B4-BE49-F238E27FC236}">
                <a16:creationId xmlns:a16="http://schemas.microsoft.com/office/drawing/2014/main" id="{29839D87-7E26-EE69-675E-BDCE4D9CE8CA}"/>
              </a:ext>
            </a:extLst>
          </p:cNvPr>
          <p:cNvSpPr/>
          <p:nvPr/>
        </p:nvSpPr>
        <p:spPr>
          <a:xfrm rot="20780835">
            <a:off x="17009918" y="99193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4" name="Star: 5 Points 373">
            <a:extLst>
              <a:ext uri="{FF2B5EF4-FFF2-40B4-BE49-F238E27FC236}">
                <a16:creationId xmlns:a16="http://schemas.microsoft.com/office/drawing/2014/main" id="{AB88CC05-D48E-7711-23EB-9BF8A2E64B70}"/>
              </a:ext>
            </a:extLst>
          </p:cNvPr>
          <p:cNvSpPr/>
          <p:nvPr/>
        </p:nvSpPr>
        <p:spPr>
          <a:xfrm rot="20780835">
            <a:off x="17302972" y="94481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5" name="Star: 5 Points 374">
            <a:extLst>
              <a:ext uri="{FF2B5EF4-FFF2-40B4-BE49-F238E27FC236}">
                <a16:creationId xmlns:a16="http://schemas.microsoft.com/office/drawing/2014/main" id="{696A3D00-6E57-2ECE-9CCE-2DF278F06773}"/>
              </a:ext>
            </a:extLst>
          </p:cNvPr>
          <p:cNvSpPr/>
          <p:nvPr/>
        </p:nvSpPr>
        <p:spPr>
          <a:xfrm rot="20780835">
            <a:off x="16721849" y="9737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6" name="Star: 5 Points 375">
            <a:extLst>
              <a:ext uri="{FF2B5EF4-FFF2-40B4-BE49-F238E27FC236}">
                <a16:creationId xmlns:a16="http://schemas.microsoft.com/office/drawing/2014/main" id="{993F69AD-1D45-BDBB-B2D9-2E3A8D52B88B}"/>
              </a:ext>
            </a:extLst>
          </p:cNvPr>
          <p:cNvSpPr/>
          <p:nvPr/>
        </p:nvSpPr>
        <p:spPr>
          <a:xfrm rot="20780835">
            <a:off x="16718236" y="9432300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7" name="Star: 5 Points 376">
            <a:extLst>
              <a:ext uri="{FF2B5EF4-FFF2-40B4-BE49-F238E27FC236}">
                <a16:creationId xmlns:a16="http://schemas.microsoft.com/office/drawing/2014/main" id="{8BC44F1F-FD42-43C2-D1DF-3458017918E2}"/>
              </a:ext>
            </a:extLst>
          </p:cNvPr>
          <p:cNvSpPr/>
          <p:nvPr/>
        </p:nvSpPr>
        <p:spPr>
          <a:xfrm rot="20780835">
            <a:off x="17855164" y="942680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8" name="Star: 5 Points 377">
            <a:extLst>
              <a:ext uri="{FF2B5EF4-FFF2-40B4-BE49-F238E27FC236}">
                <a16:creationId xmlns:a16="http://schemas.microsoft.com/office/drawing/2014/main" id="{45E02CD0-9314-90F9-92F2-9D41D3B7015A}"/>
              </a:ext>
            </a:extLst>
          </p:cNvPr>
          <p:cNvSpPr/>
          <p:nvPr/>
        </p:nvSpPr>
        <p:spPr>
          <a:xfrm rot="20780835">
            <a:off x="13311465" y="9799442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9" name="Star: 5 Points 378">
            <a:extLst>
              <a:ext uri="{FF2B5EF4-FFF2-40B4-BE49-F238E27FC236}">
                <a16:creationId xmlns:a16="http://schemas.microsoft.com/office/drawing/2014/main" id="{750A5910-6D65-8E09-FD11-2CA5D8B2118C}"/>
              </a:ext>
            </a:extLst>
          </p:cNvPr>
          <p:cNvSpPr/>
          <p:nvPr/>
        </p:nvSpPr>
        <p:spPr>
          <a:xfrm rot="20780835">
            <a:off x="8871815" y="9676583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0" name="Star: 5 Points 379">
            <a:extLst>
              <a:ext uri="{FF2B5EF4-FFF2-40B4-BE49-F238E27FC236}">
                <a16:creationId xmlns:a16="http://schemas.microsoft.com/office/drawing/2014/main" id="{2AA703F8-467E-D495-2798-9500E9D5CC1E}"/>
              </a:ext>
            </a:extLst>
          </p:cNvPr>
          <p:cNvSpPr/>
          <p:nvPr/>
        </p:nvSpPr>
        <p:spPr>
          <a:xfrm rot="20780835" flipH="1">
            <a:off x="2502675" y="6504461"/>
            <a:ext cx="159722" cy="285214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1" name="Star: 5 Points 380">
            <a:extLst>
              <a:ext uri="{FF2B5EF4-FFF2-40B4-BE49-F238E27FC236}">
                <a16:creationId xmlns:a16="http://schemas.microsoft.com/office/drawing/2014/main" id="{F4229728-9F32-70DD-2726-2CA5F827CBF2}"/>
              </a:ext>
            </a:extLst>
          </p:cNvPr>
          <p:cNvSpPr/>
          <p:nvPr/>
        </p:nvSpPr>
        <p:spPr>
          <a:xfrm rot="20780835">
            <a:off x="642200" y="56251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2" name="Star: 5 Points 381">
            <a:extLst>
              <a:ext uri="{FF2B5EF4-FFF2-40B4-BE49-F238E27FC236}">
                <a16:creationId xmlns:a16="http://schemas.microsoft.com/office/drawing/2014/main" id="{A968573C-E92F-A4AA-1A5F-387DF9123120}"/>
              </a:ext>
            </a:extLst>
          </p:cNvPr>
          <p:cNvSpPr/>
          <p:nvPr/>
        </p:nvSpPr>
        <p:spPr>
          <a:xfrm rot="20780835">
            <a:off x="935254" y="51887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3" name="Star: 5 Points 382">
            <a:extLst>
              <a:ext uri="{FF2B5EF4-FFF2-40B4-BE49-F238E27FC236}">
                <a16:creationId xmlns:a16="http://schemas.microsoft.com/office/drawing/2014/main" id="{9A413711-D877-41C1-74EE-57F4BE1CB2D2}"/>
              </a:ext>
            </a:extLst>
          </p:cNvPr>
          <p:cNvSpPr/>
          <p:nvPr/>
        </p:nvSpPr>
        <p:spPr>
          <a:xfrm rot="20780835">
            <a:off x="1467055" y="51789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4" name="Star: 5 Points 383">
            <a:extLst>
              <a:ext uri="{FF2B5EF4-FFF2-40B4-BE49-F238E27FC236}">
                <a16:creationId xmlns:a16="http://schemas.microsoft.com/office/drawing/2014/main" id="{C524BFBE-876F-B4E8-9A57-7079C2D09B7E}"/>
              </a:ext>
            </a:extLst>
          </p:cNvPr>
          <p:cNvSpPr/>
          <p:nvPr/>
        </p:nvSpPr>
        <p:spPr>
          <a:xfrm rot="20780835">
            <a:off x="1623187" y="58259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5" name="Star: 5 Points 384">
            <a:extLst>
              <a:ext uri="{FF2B5EF4-FFF2-40B4-BE49-F238E27FC236}">
                <a16:creationId xmlns:a16="http://schemas.microsoft.com/office/drawing/2014/main" id="{57FF959C-E819-C6F9-D068-855E96B556A2}"/>
              </a:ext>
            </a:extLst>
          </p:cNvPr>
          <p:cNvSpPr/>
          <p:nvPr/>
        </p:nvSpPr>
        <p:spPr>
          <a:xfrm rot="20780835">
            <a:off x="13191286" y="67080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6" name="Star: 5 Points 385">
            <a:extLst>
              <a:ext uri="{FF2B5EF4-FFF2-40B4-BE49-F238E27FC236}">
                <a16:creationId xmlns:a16="http://schemas.microsoft.com/office/drawing/2014/main" id="{DB603A20-0604-1EB7-FC0D-17E9990DBDF0}"/>
              </a:ext>
            </a:extLst>
          </p:cNvPr>
          <p:cNvSpPr/>
          <p:nvPr/>
        </p:nvSpPr>
        <p:spPr>
          <a:xfrm rot="20780835">
            <a:off x="13484340" y="627163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7" name="Star: 5 Points 386">
            <a:extLst>
              <a:ext uri="{FF2B5EF4-FFF2-40B4-BE49-F238E27FC236}">
                <a16:creationId xmlns:a16="http://schemas.microsoft.com/office/drawing/2014/main" id="{015BDC5C-6BD8-133D-1480-08274173246D}"/>
              </a:ext>
            </a:extLst>
          </p:cNvPr>
          <p:cNvSpPr/>
          <p:nvPr/>
        </p:nvSpPr>
        <p:spPr>
          <a:xfrm rot="20780835">
            <a:off x="14016141" y="6261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8" name="Star: 5 Points 387">
            <a:extLst>
              <a:ext uri="{FF2B5EF4-FFF2-40B4-BE49-F238E27FC236}">
                <a16:creationId xmlns:a16="http://schemas.microsoft.com/office/drawing/2014/main" id="{C77DA0E8-61AD-22E4-F41E-A0B2C4D60908}"/>
              </a:ext>
            </a:extLst>
          </p:cNvPr>
          <p:cNvSpPr/>
          <p:nvPr/>
        </p:nvSpPr>
        <p:spPr>
          <a:xfrm rot="20780835">
            <a:off x="14172273" y="6908809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9" name="Star: 5 Points 388">
            <a:extLst>
              <a:ext uri="{FF2B5EF4-FFF2-40B4-BE49-F238E27FC236}">
                <a16:creationId xmlns:a16="http://schemas.microsoft.com/office/drawing/2014/main" id="{F6C39E92-8BBA-2E65-691E-456D2496D678}"/>
              </a:ext>
            </a:extLst>
          </p:cNvPr>
          <p:cNvSpPr/>
          <p:nvPr/>
        </p:nvSpPr>
        <p:spPr>
          <a:xfrm rot="20780835">
            <a:off x="14720779" y="43852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0" name="Star: 5 Points 389">
            <a:extLst>
              <a:ext uri="{FF2B5EF4-FFF2-40B4-BE49-F238E27FC236}">
                <a16:creationId xmlns:a16="http://schemas.microsoft.com/office/drawing/2014/main" id="{C836F5D0-70AB-24B3-C355-352CCAC602A9}"/>
              </a:ext>
            </a:extLst>
          </p:cNvPr>
          <p:cNvSpPr/>
          <p:nvPr/>
        </p:nvSpPr>
        <p:spPr>
          <a:xfrm rot="20780835">
            <a:off x="14136043" y="43694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1" name="Star: 5 Points 390">
            <a:extLst>
              <a:ext uri="{FF2B5EF4-FFF2-40B4-BE49-F238E27FC236}">
                <a16:creationId xmlns:a16="http://schemas.microsoft.com/office/drawing/2014/main" id="{73607815-30F6-89C7-261D-66385AF23EB1}"/>
              </a:ext>
            </a:extLst>
          </p:cNvPr>
          <p:cNvSpPr/>
          <p:nvPr/>
        </p:nvSpPr>
        <p:spPr>
          <a:xfrm rot="20780835">
            <a:off x="13656517" y="4699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2" name="Star: 5 Points 391">
            <a:extLst>
              <a:ext uri="{FF2B5EF4-FFF2-40B4-BE49-F238E27FC236}">
                <a16:creationId xmlns:a16="http://schemas.microsoft.com/office/drawing/2014/main" id="{390CC900-B25E-16A6-E39E-4347ED3D06DE}"/>
              </a:ext>
            </a:extLst>
          </p:cNvPr>
          <p:cNvSpPr/>
          <p:nvPr/>
        </p:nvSpPr>
        <p:spPr>
          <a:xfrm rot="20780835">
            <a:off x="13071781" y="46837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3" name="Star: 5 Points 392">
            <a:extLst>
              <a:ext uri="{FF2B5EF4-FFF2-40B4-BE49-F238E27FC236}">
                <a16:creationId xmlns:a16="http://schemas.microsoft.com/office/drawing/2014/main" id="{EBAFD4AC-3B2B-1A2F-9376-CD4238EA11BC}"/>
              </a:ext>
            </a:extLst>
          </p:cNvPr>
          <p:cNvSpPr/>
          <p:nvPr/>
        </p:nvSpPr>
        <p:spPr>
          <a:xfrm rot="20780835">
            <a:off x="12583897" y="4571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4" name="Star: 5 Points 393">
            <a:extLst>
              <a:ext uri="{FF2B5EF4-FFF2-40B4-BE49-F238E27FC236}">
                <a16:creationId xmlns:a16="http://schemas.microsoft.com/office/drawing/2014/main" id="{5BBC4B3B-D3FA-8B2D-2D4A-FA070622A5A1}"/>
              </a:ext>
            </a:extLst>
          </p:cNvPr>
          <p:cNvSpPr/>
          <p:nvPr/>
        </p:nvSpPr>
        <p:spPr>
          <a:xfrm rot="20780835">
            <a:off x="11999161" y="455571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5" name="Star: 5 Points 394">
            <a:extLst>
              <a:ext uri="{FF2B5EF4-FFF2-40B4-BE49-F238E27FC236}">
                <a16:creationId xmlns:a16="http://schemas.microsoft.com/office/drawing/2014/main" id="{C59CB87A-157B-14E9-2267-A07EDBAAC532}"/>
              </a:ext>
            </a:extLst>
          </p:cNvPr>
          <p:cNvSpPr/>
          <p:nvPr/>
        </p:nvSpPr>
        <p:spPr>
          <a:xfrm rot="20780835">
            <a:off x="15738428" y="47863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6" name="Star: 5 Points 395">
            <a:extLst>
              <a:ext uri="{FF2B5EF4-FFF2-40B4-BE49-F238E27FC236}">
                <a16:creationId xmlns:a16="http://schemas.microsoft.com/office/drawing/2014/main" id="{4FD0345E-FE49-D07E-832F-C02722EA7722}"/>
              </a:ext>
            </a:extLst>
          </p:cNvPr>
          <p:cNvSpPr/>
          <p:nvPr/>
        </p:nvSpPr>
        <p:spPr>
          <a:xfrm rot="20780835">
            <a:off x="15153692" y="477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6" name="Gambar 4">
            <a:extLst>
              <a:ext uri="{FF2B5EF4-FFF2-40B4-BE49-F238E27FC236}">
                <a16:creationId xmlns:a16="http://schemas.microsoft.com/office/drawing/2014/main" id="{2CB8FF4D-7B56-ED85-D075-0A83996F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43" y="5472653"/>
            <a:ext cx="4833437" cy="11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728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BA58-1C61-8478-5388-77C7DFDD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2DB63322-3BFA-D680-76E9-1E2B843D8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80" b="5730"/>
          <a:stretch>
            <a:fillRect/>
          </a:stretch>
        </p:blipFill>
        <p:spPr>
          <a:xfrm>
            <a:off x="0" y="1859280"/>
            <a:ext cx="18288000" cy="842772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D943F9D7-1BDC-263F-27C7-F55451658E63}"/>
              </a:ext>
            </a:extLst>
          </p:cNvPr>
          <p:cNvSpPr txBox="1"/>
          <p:nvPr/>
        </p:nvSpPr>
        <p:spPr>
          <a:xfrm>
            <a:off x="0" y="9886890"/>
            <a:ext cx="7682049" cy="40011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id-ID" sz="2000" dirty="0">
                <a:latin typeface="Aptos Display" panose="020B0004020202020204" pitchFamily="34" charset="0"/>
              </a:rPr>
              <a:t>Pada menu </a:t>
            </a:r>
            <a:r>
              <a:rPr lang="id-ID" sz="2000" b="1" u="none" strike="noStrike" dirty="0">
                <a:effectLst/>
                <a:latin typeface="Aptos Display" panose="020B0004020202020204" pitchFamily="34" charset="0"/>
              </a:rPr>
              <a:t>Mutasi Data</a:t>
            </a:r>
            <a:r>
              <a:rPr lang="id-ID" sz="2000" dirty="0">
                <a:latin typeface="Aptos Display" panose="020B0004020202020204" pitchFamily="34" charset="0"/>
              </a:rPr>
              <a:t>, pilih bulan iuran yang sedang aktif (status </a:t>
            </a:r>
            <a:r>
              <a:rPr lang="id-ID" sz="2000" dirty="0" err="1">
                <a:latin typeface="Aptos Display" panose="020B0004020202020204" pitchFamily="34" charset="0"/>
              </a:rPr>
              <a:t>Draft</a:t>
            </a:r>
            <a:r>
              <a:rPr lang="id-ID" sz="2000" dirty="0">
                <a:latin typeface="Aptos Display" panose="020B0004020202020204" pitchFamily="34" charset="0"/>
              </a:rPr>
              <a:t>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EE940C-B0A5-472A-F4EC-E05853A60A9D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6" name="Google Shape;149;p4">
              <a:extLst>
                <a:ext uri="{FF2B5EF4-FFF2-40B4-BE49-F238E27FC236}">
                  <a16:creationId xmlns:a16="http://schemas.microsoft.com/office/drawing/2014/main" id="{3107C550-133C-FDAD-7E61-24534B246EBF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Penonaktifan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Persegi Panjang 8">
              <a:extLst>
                <a:ext uri="{FF2B5EF4-FFF2-40B4-BE49-F238E27FC236}">
                  <a16:creationId xmlns:a16="http://schemas.microsoft.com/office/drawing/2014/main" id="{C3AAE07E-B500-D477-59F4-098CECC7EDDF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1633A76-0801-9662-2AE2-316936274304}"/>
              </a:ext>
            </a:extLst>
          </p:cNvPr>
          <p:cNvSpPr/>
          <p:nvPr/>
        </p:nvSpPr>
        <p:spPr>
          <a:xfrm>
            <a:off x="12054840" y="2057400"/>
            <a:ext cx="5394960" cy="3505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7599627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1F6D-68D3-1878-D761-18A0B3DE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23AA79B7-BFA1-112C-A85D-D857824186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73" b="10906"/>
          <a:stretch>
            <a:fillRect/>
          </a:stretch>
        </p:blipFill>
        <p:spPr>
          <a:xfrm>
            <a:off x="0" y="1966001"/>
            <a:ext cx="18308819" cy="8320999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3ACE77ED-6AE2-5EB8-B156-9C97BEFF619E}"/>
              </a:ext>
            </a:extLst>
          </p:cNvPr>
          <p:cNvSpPr txBox="1"/>
          <p:nvPr/>
        </p:nvSpPr>
        <p:spPr>
          <a:xfrm>
            <a:off x="0" y="8963561"/>
            <a:ext cx="12529057" cy="132343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id-ID" sz="20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Cari Peserta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 Temukan nama karyawan yang akan dinonaktifkan pada daftar tenaga kerja aktif.</a:t>
            </a:r>
          </a:p>
          <a:p>
            <a:pPr marL="457200" indent="-457200">
              <a:buAutoNum type="arabicParenR"/>
            </a:pPr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Eksekusi Nonaktif: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Klik ikon </a:t>
            </a: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Action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/Edit, lalu pilih opsi Nonaktif. Akan muncul peringatan konfirmasi, klik Ya!.</a:t>
            </a:r>
          </a:p>
          <a:p>
            <a:pPr marL="457200" indent="-457200">
              <a:buAutoNum type="arabicParenR"/>
            </a:pPr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Pilih Alasan: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Pilih Sebab Non Aktif dari </a:t>
            </a: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dropdown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(contoh: Mengundurkan Diri, PHK, Berakhir Kontrak, Pensiun, </a:t>
            </a: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dll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).</a:t>
            </a:r>
          </a:p>
          <a:p>
            <a:pPr marL="457200" indent="-457200">
              <a:buAutoNum type="arabicParenR"/>
            </a:pPr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Selesai: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Klik </a:t>
            </a:r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OK 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pada notifikasi sukses. Status karyawan tersebut kini menjadi nonaktif untuk periode tersebut.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749B89-6A78-8137-76A9-B7C2E529E734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6" name="Google Shape;149;p4">
              <a:extLst>
                <a:ext uri="{FF2B5EF4-FFF2-40B4-BE49-F238E27FC236}">
                  <a16:creationId xmlns:a16="http://schemas.microsoft.com/office/drawing/2014/main" id="{97AB5A04-56D4-7A42-5C0F-D68B46EB43AB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Penonaktifan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Persegi Panjang 8">
              <a:extLst>
                <a:ext uri="{FF2B5EF4-FFF2-40B4-BE49-F238E27FC236}">
                  <a16:creationId xmlns:a16="http://schemas.microsoft.com/office/drawing/2014/main" id="{B126EC1C-43A8-F716-FCA0-6D2F0968B6F5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BFB3D14-60D1-9C80-206B-C943CF34D709}"/>
              </a:ext>
            </a:extLst>
          </p:cNvPr>
          <p:cNvSpPr/>
          <p:nvPr/>
        </p:nvSpPr>
        <p:spPr>
          <a:xfrm>
            <a:off x="12009120" y="2209800"/>
            <a:ext cx="5394960" cy="3505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279630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7375-BD39-7DD8-5402-010C6445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460605B1-3371-610B-E3B3-188DC452E6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94" b="6426"/>
          <a:stretch>
            <a:fillRect/>
          </a:stretch>
        </p:blipFill>
        <p:spPr>
          <a:xfrm>
            <a:off x="10476" y="2339339"/>
            <a:ext cx="18277523" cy="7947661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A7C65ADF-6D85-B293-3B95-126E0E6FA727}"/>
              </a:ext>
            </a:extLst>
          </p:cNvPr>
          <p:cNvSpPr txBox="1"/>
          <p:nvPr/>
        </p:nvSpPr>
        <p:spPr>
          <a:xfrm>
            <a:off x="0" y="9271337"/>
            <a:ext cx="5704524" cy="1015663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Hitung Iuran:</a:t>
            </a:r>
          </a:p>
          <a:p>
            <a:pPr marL="342900" indent="-342900">
              <a:buAutoNum type="arabicParenR"/>
            </a:pP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Setelah mutasi (tambah/kurang) selesai</a:t>
            </a:r>
          </a:p>
          <a:p>
            <a:pPr marL="342900" indent="-342900">
              <a:buAutoNum type="arabicParenR"/>
            </a:pP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klik tombol Hitung Iuran pada </a:t>
            </a: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dashboard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mutasi.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BDEEBE-AF31-187F-E43A-D0C03DB30E22}"/>
              </a:ext>
            </a:extLst>
          </p:cNvPr>
          <p:cNvSpPr/>
          <p:nvPr/>
        </p:nvSpPr>
        <p:spPr>
          <a:xfrm>
            <a:off x="12679680" y="2610721"/>
            <a:ext cx="5394960" cy="3505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A90E6E-717C-846A-4592-20C41C49A059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11" name="Google Shape;149;p4">
              <a:extLst>
                <a:ext uri="{FF2B5EF4-FFF2-40B4-BE49-F238E27FC236}">
                  <a16:creationId xmlns:a16="http://schemas.microsoft.com/office/drawing/2014/main" id="{F27FEA65-514C-94A0-7A7C-36917841B57F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Penonaktifan Peserta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Persegi Panjang 8">
              <a:extLst>
                <a:ext uri="{FF2B5EF4-FFF2-40B4-BE49-F238E27FC236}">
                  <a16:creationId xmlns:a16="http://schemas.microsoft.com/office/drawing/2014/main" id="{6238A50D-88CD-E9EB-E077-E2FE2EE603E1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55877275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DC89103-F5B7-796F-8F76-99A00E99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9F284D3-6D07-CCA0-EBD6-82FB2CB8A475}"/>
              </a:ext>
            </a:extLst>
          </p:cNvPr>
          <p:cNvSpPr/>
          <p:nvPr/>
        </p:nvSpPr>
        <p:spPr>
          <a:xfrm>
            <a:off x="12667298" y="3583305"/>
            <a:ext cx="88583" cy="91440"/>
          </a:xfrm>
          <a:custGeom>
            <a:avLst/>
            <a:gdLst/>
            <a:ahLst/>
            <a:cxnLst/>
            <a:rect l="l" t="t" r="r" b="b"/>
            <a:pathLst>
              <a:path w="78740" h="81280" extrusionOk="0">
                <a:moveTo>
                  <a:pt x="78740" y="41910"/>
                </a:moveTo>
                <a:cubicBezTo>
                  <a:pt x="53340" y="80010"/>
                  <a:pt x="35560" y="81280"/>
                  <a:pt x="25400" y="77470"/>
                </a:cubicBezTo>
                <a:cubicBezTo>
                  <a:pt x="16510" y="73660"/>
                  <a:pt x="5080" y="60960"/>
                  <a:pt x="2540" y="50800"/>
                </a:cubicBezTo>
                <a:cubicBezTo>
                  <a:pt x="0" y="40640"/>
                  <a:pt x="5080" y="24130"/>
                  <a:pt x="12700" y="16510"/>
                </a:cubicBezTo>
                <a:cubicBezTo>
                  <a:pt x="19050" y="8890"/>
                  <a:pt x="35560" y="2540"/>
                  <a:pt x="45720" y="5080"/>
                </a:cubicBezTo>
                <a:cubicBezTo>
                  <a:pt x="57150" y="6350"/>
                  <a:pt x="69850" y="16510"/>
                  <a:pt x="74930" y="26670"/>
                </a:cubicBezTo>
                <a:cubicBezTo>
                  <a:pt x="78740" y="35560"/>
                  <a:pt x="78740" y="53340"/>
                  <a:pt x="72390" y="62230"/>
                </a:cubicBezTo>
                <a:cubicBezTo>
                  <a:pt x="67310" y="71120"/>
                  <a:pt x="52070" y="78740"/>
                  <a:pt x="41910" y="80010"/>
                </a:cubicBezTo>
                <a:cubicBezTo>
                  <a:pt x="34290" y="81280"/>
                  <a:pt x="25400" y="78740"/>
                  <a:pt x="19050" y="73660"/>
                </a:cubicBezTo>
                <a:cubicBezTo>
                  <a:pt x="11430" y="67310"/>
                  <a:pt x="2540" y="53340"/>
                  <a:pt x="1270" y="41910"/>
                </a:cubicBezTo>
                <a:cubicBezTo>
                  <a:pt x="1270" y="31750"/>
                  <a:pt x="7620" y="16510"/>
                  <a:pt x="15240" y="8890"/>
                </a:cubicBezTo>
                <a:cubicBezTo>
                  <a:pt x="21590" y="3810"/>
                  <a:pt x="33020" y="0"/>
                  <a:pt x="40640" y="0"/>
                </a:cubicBezTo>
                <a:cubicBezTo>
                  <a:pt x="49530" y="0"/>
                  <a:pt x="59690" y="5080"/>
                  <a:pt x="66040" y="10160"/>
                </a:cubicBezTo>
                <a:cubicBezTo>
                  <a:pt x="72390" y="16510"/>
                  <a:pt x="78740" y="35560"/>
                  <a:pt x="78740" y="35560"/>
                </a:cubicBezTo>
              </a:path>
            </a:pathLst>
          </a:custGeom>
          <a:solidFill>
            <a:srgbClr val="E71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3EAC8534-4915-A3AF-B379-E2B8763A2006}"/>
              </a:ext>
            </a:extLst>
          </p:cNvPr>
          <p:cNvSpPr txBox="1"/>
          <p:nvPr/>
        </p:nvSpPr>
        <p:spPr>
          <a:xfrm>
            <a:off x="1475224" y="3803223"/>
            <a:ext cx="1523455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dirty="0">
                <a:solidFill>
                  <a:srgbClr val="00B0F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Administrasi BPJS Ketenagakerjaan:</a:t>
            </a:r>
          </a:p>
          <a:p>
            <a:pPr algn="ctr"/>
            <a:r>
              <a:rPr lang="id-ID" sz="3600" dirty="0">
                <a:solidFill>
                  <a:schemeClr val="tx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Finalisasi Pembayaran</a:t>
            </a:r>
            <a:endParaRPr lang="id-ID" sz="4000" dirty="0">
              <a:solidFill>
                <a:schemeClr val="tx2">
                  <a:lumMod val="9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71A4A-D9B1-48B4-D5B2-84D4AF942425}"/>
              </a:ext>
            </a:extLst>
          </p:cNvPr>
          <p:cNvSpPr txBox="1"/>
          <p:nvPr/>
        </p:nvSpPr>
        <p:spPr>
          <a:xfrm>
            <a:off x="16361229" y="26615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d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73411-CB31-536B-5004-DA02DCA9B1B7}"/>
              </a:ext>
            </a:extLst>
          </p:cNvPr>
          <p:cNvSpPr/>
          <p:nvPr/>
        </p:nvSpPr>
        <p:spPr>
          <a:xfrm>
            <a:off x="6227304" y="5443564"/>
            <a:ext cx="5899801" cy="12595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4E2B52D9-C7AF-9171-FF25-DF8F766E837F}"/>
              </a:ext>
            </a:extLst>
          </p:cNvPr>
          <p:cNvSpPr/>
          <p:nvPr/>
        </p:nvSpPr>
        <p:spPr>
          <a:xfrm rot="20938781">
            <a:off x="159281" y="8990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EA962E4D-AC9A-E876-5FE4-AF468353CF96}"/>
              </a:ext>
            </a:extLst>
          </p:cNvPr>
          <p:cNvSpPr/>
          <p:nvPr/>
        </p:nvSpPr>
        <p:spPr>
          <a:xfrm rot="20938781">
            <a:off x="122690" y="5376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2ADCA5EF-F66B-8E49-6410-7F58F4882E3B}"/>
              </a:ext>
            </a:extLst>
          </p:cNvPr>
          <p:cNvSpPr/>
          <p:nvPr/>
        </p:nvSpPr>
        <p:spPr>
          <a:xfrm rot="20938781">
            <a:off x="415744" y="101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E61C11BF-7C2D-DF0C-7005-9645331A0440}"/>
              </a:ext>
            </a:extLst>
          </p:cNvPr>
          <p:cNvSpPr/>
          <p:nvPr/>
        </p:nvSpPr>
        <p:spPr>
          <a:xfrm rot="20938781">
            <a:off x="415743" y="10637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565AEDE7-572D-CC3F-89B6-183D61AC38DC}"/>
              </a:ext>
            </a:extLst>
          </p:cNvPr>
          <p:cNvSpPr/>
          <p:nvPr/>
        </p:nvSpPr>
        <p:spPr>
          <a:xfrm rot="20938781">
            <a:off x="708797" y="5925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60EBDA74-39C8-5A39-9358-728E150ABC40}"/>
              </a:ext>
            </a:extLst>
          </p:cNvPr>
          <p:cNvSpPr/>
          <p:nvPr/>
        </p:nvSpPr>
        <p:spPr>
          <a:xfrm rot="20938781">
            <a:off x="1001851" y="1561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34F6ED34-B7B3-1813-AF2D-49AE8CFAC866}"/>
              </a:ext>
            </a:extLst>
          </p:cNvPr>
          <p:cNvSpPr/>
          <p:nvPr/>
        </p:nvSpPr>
        <p:spPr>
          <a:xfrm rot="20780835">
            <a:off x="415744" y="30380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CF43A0E6-74E3-3F6C-302F-9C87E54D6E61}"/>
              </a:ext>
            </a:extLst>
          </p:cNvPr>
          <p:cNvSpPr/>
          <p:nvPr/>
        </p:nvSpPr>
        <p:spPr>
          <a:xfrm rot="20780835">
            <a:off x="708798" y="25667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53696CAC-236F-B40D-28E4-3C196F471F67}"/>
              </a:ext>
            </a:extLst>
          </p:cNvPr>
          <p:cNvSpPr/>
          <p:nvPr/>
        </p:nvSpPr>
        <p:spPr>
          <a:xfrm rot="20780835">
            <a:off x="1001852" y="2130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BFE802FC-EAD2-4B23-28CE-E6EF87DECEBE}"/>
              </a:ext>
            </a:extLst>
          </p:cNvPr>
          <p:cNvSpPr/>
          <p:nvPr/>
        </p:nvSpPr>
        <p:spPr>
          <a:xfrm rot="20780835">
            <a:off x="415745" y="5012279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EB9DCF0B-6FF8-0094-728E-3B6A405F33B1}"/>
              </a:ext>
            </a:extLst>
          </p:cNvPr>
          <p:cNvSpPr/>
          <p:nvPr/>
        </p:nvSpPr>
        <p:spPr>
          <a:xfrm rot="20780835">
            <a:off x="708799" y="45410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F585BE55-8AA2-EE81-3631-99A665C4D71A}"/>
              </a:ext>
            </a:extLst>
          </p:cNvPr>
          <p:cNvSpPr/>
          <p:nvPr/>
        </p:nvSpPr>
        <p:spPr>
          <a:xfrm rot="20780835">
            <a:off x="1001853" y="41046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DC381680-FA6B-EAFD-D81F-CFE88CA0AF69}"/>
              </a:ext>
            </a:extLst>
          </p:cNvPr>
          <p:cNvSpPr/>
          <p:nvPr/>
        </p:nvSpPr>
        <p:spPr>
          <a:xfrm rot="20780835">
            <a:off x="415746" y="69865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990F48A0-D080-A4AD-A935-119C26380096}"/>
              </a:ext>
            </a:extLst>
          </p:cNvPr>
          <p:cNvSpPr/>
          <p:nvPr/>
        </p:nvSpPr>
        <p:spPr>
          <a:xfrm rot="20780835">
            <a:off x="708800" y="65152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29DA60C9-B8D8-E915-3502-306C6A35EEE5}"/>
              </a:ext>
            </a:extLst>
          </p:cNvPr>
          <p:cNvSpPr/>
          <p:nvPr/>
        </p:nvSpPr>
        <p:spPr>
          <a:xfrm rot="20780835">
            <a:off x="1009275" y="608535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1C274731-1471-1FFB-BC37-273DF02E8B1A}"/>
              </a:ext>
            </a:extLst>
          </p:cNvPr>
          <p:cNvSpPr/>
          <p:nvPr/>
        </p:nvSpPr>
        <p:spPr>
          <a:xfrm rot="20780835">
            <a:off x="3975374" y="3034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6CE147BD-3EEB-19F4-AE4A-A545B75C9208}"/>
              </a:ext>
            </a:extLst>
          </p:cNvPr>
          <p:cNvSpPr/>
          <p:nvPr/>
        </p:nvSpPr>
        <p:spPr>
          <a:xfrm rot="20780835">
            <a:off x="4268428" y="2563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A17C7E84-3AA0-3C16-08EE-625726DA4583}"/>
              </a:ext>
            </a:extLst>
          </p:cNvPr>
          <p:cNvSpPr/>
          <p:nvPr/>
        </p:nvSpPr>
        <p:spPr>
          <a:xfrm rot="20780835">
            <a:off x="4561482" y="21270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270812B8-8C14-9700-63D9-6757F0DE202F}"/>
              </a:ext>
            </a:extLst>
          </p:cNvPr>
          <p:cNvSpPr/>
          <p:nvPr/>
        </p:nvSpPr>
        <p:spPr>
          <a:xfrm rot="20780835">
            <a:off x="2407831" y="15034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DA1E29A2-6060-75E6-B930-C9DB7BCA7738}"/>
              </a:ext>
            </a:extLst>
          </p:cNvPr>
          <p:cNvSpPr/>
          <p:nvPr/>
        </p:nvSpPr>
        <p:spPr>
          <a:xfrm rot="20780835">
            <a:off x="2700885" y="10322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C2F51E96-058B-8650-877B-D59BA2F563E9}"/>
              </a:ext>
            </a:extLst>
          </p:cNvPr>
          <p:cNvSpPr/>
          <p:nvPr/>
        </p:nvSpPr>
        <p:spPr>
          <a:xfrm rot="20780835">
            <a:off x="2993939" y="59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F1B3BE13-E73C-4F3D-A86A-D86A248706DC}"/>
              </a:ext>
            </a:extLst>
          </p:cNvPr>
          <p:cNvSpPr/>
          <p:nvPr/>
        </p:nvSpPr>
        <p:spPr>
          <a:xfrm rot="20780835">
            <a:off x="2497364" y="37343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5E54170F-EB5F-0121-C9BF-8BD01F29E309}"/>
              </a:ext>
            </a:extLst>
          </p:cNvPr>
          <p:cNvSpPr/>
          <p:nvPr/>
        </p:nvSpPr>
        <p:spPr>
          <a:xfrm rot="20780835">
            <a:off x="2790418" y="32630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3B2BE62F-9F27-D72F-AF16-8D38FB4E775E}"/>
              </a:ext>
            </a:extLst>
          </p:cNvPr>
          <p:cNvSpPr/>
          <p:nvPr/>
        </p:nvSpPr>
        <p:spPr>
          <a:xfrm rot="20780835">
            <a:off x="3083472" y="28266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F29D6EC9-4174-59B0-E263-6DA36C654D10}"/>
              </a:ext>
            </a:extLst>
          </p:cNvPr>
          <p:cNvSpPr/>
          <p:nvPr/>
        </p:nvSpPr>
        <p:spPr>
          <a:xfrm rot="20780835">
            <a:off x="15355840" y="61186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A72D312B-3365-D8D8-32DA-DEE892707E34}"/>
              </a:ext>
            </a:extLst>
          </p:cNvPr>
          <p:cNvSpPr/>
          <p:nvPr/>
        </p:nvSpPr>
        <p:spPr>
          <a:xfrm rot="20780835">
            <a:off x="15648894" y="56474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38BE8D7A-AFE4-D59F-C712-52643F856573}"/>
              </a:ext>
            </a:extLst>
          </p:cNvPr>
          <p:cNvSpPr/>
          <p:nvPr/>
        </p:nvSpPr>
        <p:spPr>
          <a:xfrm rot="20780835">
            <a:off x="15941948" y="52110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E75DD6B4-0DDC-2523-1D47-23A3E915CC90}"/>
              </a:ext>
            </a:extLst>
          </p:cNvPr>
          <p:cNvSpPr/>
          <p:nvPr/>
        </p:nvSpPr>
        <p:spPr>
          <a:xfrm rot="20780835">
            <a:off x="13566984" y="1583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7A3A248C-5E78-B17D-6255-A3A461A9E7ED}"/>
              </a:ext>
            </a:extLst>
          </p:cNvPr>
          <p:cNvSpPr/>
          <p:nvPr/>
        </p:nvSpPr>
        <p:spPr>
          <a:xfrm rot="20780835">
            <a:off x="13860038" y="11123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3E21E3B0-4390-5950-2345-996A53AFE4D0}"/>
              </a:ext>
            </a:extLst>
          </p:cNvPr>
          <p:cNvSpPr/>
          <p:nvPr/>
        </p:nvSpPr>
        <p:spPr>
          <a:xfrm rot="20780835">
            <a:off x="14153092" y="67596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02D3AC39-78BD-6391-BB38-0806FB28D37C}"/>
              </a:ext>
            </a:extLst>
          </p:cNvPr>
          <p:cNvSpPr/>
          <p:nvPr/>
        </p:nvSpPr>
        <p:spPr>
          <a:xfrm rot="20780835">
            <a:off x="9229052" y="19398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911FE6CC-BE0F-AE73-DD1C-5A5573CC0D7F}"/>
              </a:ext>
            </a:extLst>
          </p:cNvPr>
          <p:cNvSpPr/>
          <p:nvPr/>
        </p:nvSpPr>
        <p:spPr>
          <a:xfrm rot="20780835">
            <a:off x="9522106" y="146858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7682C309-5FDA-DAC4-AFCE-DD0A3D86E6A8}"/>
              </a:ext>
            </a:extLst>
          </p:cNvPr>
          <p:cNvSpPr/>
          <p:nvPr/>
        </p:nvSpPr>
        <p:spPr>
          <a:xfrm rot="20780835">
            <a:off x="9815160" y="1032203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3B26C22E-225E-8BC0-F65C-7421D57CDD85}"/>
              </a:ext>
            </a:extLst>
          </p:cNvPr>
          <p:cNvSpPr/>
          <p:nvPr/>
        </p:nvSpPr>
        <p:spPr>
          <a:xfrm rot="20780835">
            <a:off x="5381353" y="2084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2E0B9110-0F75-19ED-5FDB-37AEA12141BA}"/>
              </a:ext>
            </a:extLst>
          </p:cNvPr>
          <p:cNvSpPr/>
          <p:nvPr/>
        </p:nvSpPr>
        <p:spPr>
          <a:xfrm rot="20780835">
            <a:off x="5674407" y="16132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2D56EAF6-B354-F311-BD1E-E4451894D9B5}"/>
              </a:ext>
            </a:extLst>
          </p:cNvPr>
          <p:cNvSpPr/>
          <p:nvPr/>
        </p:nvSpPr>
        <p:spPr>
          <a:xfrm rot="20780835">
            <a:off x="5967461" y="117688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CE089DB6-E602-5967-BBE2-3180008E6A76}"/>
              </a:ext>
            </a:extLst>
          </p:cNvPr>
          <p:cNvSpPr/>
          <p:nvPr/>
        </p:nvSpPr>
        <p:spPr>
          <a:xfrm rot="20780835">
            <a:off x="1533654" y="22291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F8A48FF7-EB0E-08AC-EE55-BAF7CA480368}"/>
              </a:ext>
            </a:extLst>
          </p:cNvPr>
          <p:cNvSpPr/>
          <p:nvPr/>
        </p:nvSpPr>
        <p:spPr>
          <a:xfrm rot="20780835">
            <a:off x="1826708" y="1757944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7242F414-FD92-7AB7-47DC-016B632CFE73}"/>
              </a:ext>
            </a:extLst>
          </p:cNvPr>
          <p:cNvSpPr/>
          <p:nvPr/>
        </p:nvSpPr>
        <p:spPr>
          <a:xfrm rot="20780835">
            <a:off x="2119762" y="13215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0A31EB0B-2CC6-33F1-4F5C-5DF6B902AA0F}"/>
              </a:ext>
            </a:extLst>
          </p:cNvPr>
          <p:cNvSpPr/>
          <p:nvPr/>
        </p:nvSpPr>
        <p:spPr>
          <a:xfrm rot="20780835">
            <a:off x="4235801" y="13275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855DB45D-D5F3-2E1E-27D3-06524E883566}"/>
              </a:ext>
            </a:extLst>
          </p:cNvPr>
          <p:cNvSpPr/>
          <p:nvPr/>
        </p:nvSpPr>
        <p:spPr>
          <a:xfrm rot="20780835">
            <a:off x="4528855" y="8562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882D2904-D756-330E-9D66-0F057C05C68C}"/>
              </a:ext>
            </a:extLst>
          </p:cNvPr>
          <p:cNvSpPr/>
          <p:nvPr/>
        </p:nvSpPr>
        <p:spPr>
          <a:xfrm rot="20780835">
            <a:off x="4821909" y="4199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1D3F1091-AC2D-82D6-40CC-788F1594BE11}"/>
              </a:ext>
            </a:extLst>
          </p:cNvPr>
          <p:cNvSpPr/>
          <p:nvPr/>
        </p:nvSpPr>
        <p:spPr>
          <a:xfrm rot="20780835">
            <a:off x="6665278" y="11768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21EB8AA1-2927-D0E7-1998-9532AC18C4F0}"/>
              </a:ext>
            </a:extLst>
          </p:cNvPr>
          <p:cNvSpPr/>
          <p:nvPr/>
        </p:nvSpPr>
        <p:spPr>
          <a:xfrm rot="20780835">
            <a:off x="6958332" y="7056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B24622F8-2994-6985-EA5F-6777A7E1770F}"/>
              </a:ext>
            </a:extLst>
          </p:cNvPr>
          <p:cNvSpPr/>
          <p:nvPr/>
        </p:nvSpPr>
        <p:spPr>
          <a:xfrm rot="20780835">
            <a:off x="7271329" y="271877"/>
            <a:ext cx="123054" cy="24373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highlight>
                <a:srgbClr val="FF0000"/>
              </a:highlight>
            </a:endParaRPr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5EFE9816-F3CA-CEE4-A8A2-49A7559EB351}"/>
              </a:ext>
            </a:extLst>
          </p:cNvPr>
          <p:cNvSpPr/>
          <p:nvPr/>
        </p:nvSpPr>
        <p:spPr>
          <a:xfrm rot="20780835">
            <a:off x="9094755" y="10262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C8FE9574-8E82-3290-F31F-E9281EFA2288}"/>
              </a:ext>
            </a:extLst>
          </p:cNvPr>
          <p:cNvSpPr/>
          <p:nvPr/>
        </p:nvSpPr>
        <p:spPr>
          <a:xfrm rot="20780835">
            <a:off x="9387809" y="55497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EBFA9BC3-7789-F92D-C0FA-84E558768DB5}"/>
              </a:ext>
            </a:extLst>
          </p:cNvPr>
          <p:cNvSpPr/>
          <p:nvPr/>
        </p:nvSpPr>
        <p:spPr>
          <a:xfrm rot="20780835">
            <a:off x="9680863" y="118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45AB4FAD-C105-2692-8969-34EB2E2A176E}"/>
              </a:ext>
            </a:extLst>
          </p:cNvPr>
          <p:cNvSpPr/>
          <p:nvPr/>
        </p:nvSpPr>
        <p:spPr>
          <a:xfrm rot="20780835">
            <a:off x="11524232" y="8755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D1A92D92-F953-7E0B-650A-B116F16315BB}"/>
              </a:ext>
            </a:extLst>
          </p:cNvPr>
          <p:cNvSpPr/>
          <p:nvPr/>
        </p:nvSpPr>
        <p:spPr>
          <a:xfrm rot="20780835">
            <a:off x="11817286" y="4043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B38CDD01-F23E-6611-4CFA-5A27683E1FC3}"/>
              </a:ext>
            </a:extLst>
          </p:cNvPr>
          <p:cNvSpPr/>
          <p:nvPr/>
        </p:nvSpPr>
        <p:spPr>
          <a:xfrm rot="20780835">
            <a:off x="12110340" y="-320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C1F8D49D-E89B-1E6C-2C06-AE80F3CE16B7}"/>
              </a:ext>
            </a:extLst>
          </p:cNvPr>
          <p:cNvSpPr/>
          <p:nvPr/>
        </p:nvSpPr>
        <p:spPr>
          <a:xfrm rot="20780835">
            <a:off x="13953709" y="7249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42BD1FA6-C9B3-802A-2B8C-6FC0851B9FB1}"/>
              </a:ext>
            </a:extLst>
          </p:cNvPr>
          <p:cNvSpPr/>
          <p:nvPr/>
        </p:nvSpPr>
        <p:spPr>
          <a:xfrm rot="20780835">
            <a:off x="14246763" y="25365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1C8C9713-E7EA-E76C-1C0F-6986CF0538AA}"/>
              </a:ext>
            </a:extLst>
          </p:cNvPr>
          <p:cNvSpPr/>
          <p:nvPr/>
        </p:nvSpPr>
        <p:spPr>
          <a:xfrm rot="20780835">
            <a:off x="16383186" y="5742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88ED3F42-593C-E731-C29F-305BC2915A9B}"/>
              </a:ext>
            </a:extLst>
          </p:cNvPr>
          <p:cNvSpPr/>
          <p:nvPr/>
        </p:nvSpPr>
        <p:spPr>
          <a:xfrm rot="20780835">
            <a:off x="16676240" y="102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5973C79A-9B23-1D6E-314C-D77D8CF13BD1}"/>
              </a:ext>
            </a:extLst>
          </p:cNvPr>
          <p:cNvSpPr/>
          <p:nvPr/>
        </p:nvSpPr>
        <p:spPr>
          <a:xfrm rot="20780835">
            <a:off x="16423811" y="17785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2782F077-FF3B-3740-8365-7599F2F7A223}"/>
              </a:ext>
            </a:extLst>
          </p:cNvPr>
          <p:cNvSpPr/>
          <p:nvPr/>
        </p:nvSpPr>
        <p:spPr>
          <a:xfrm rot="20780835">
            <a:off x="16716865" y="13073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EB345D43-B2C5-8898-EBFB-E4D372DE8CF1}"/>
              </a:ext>
            </a:extLst>
          </p:cNvPr>
          <p:cNvSpPr/>
          <p:nvPr/>
        </p:nvSpPr>
        <p:spPr>
          <a:xfrm rot="20780835">
            <a:off x="17009919" y="8709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09759B36-8727-890B-3E2E-5AAB78A9843E}"/>
              </a:ext>
            </a:extLst>
          </p:cNvPr>
          <p:cNvSpPr/>
          <p:nvPr/>
        </p:nvSpPr>
        <p:spPr>
          <a:xfrm rot="20780835">
            <a:off x="4705710" y="70586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BF42A48F-2F5C-E77E-F175-571BB49192D6}"/>
              </a:ext>
            </a:extLst>
          </p:cNvPr>
          <p:cNvSpPr/>
          <p:nvPr/>
        </p:nvSpPr>
        <p:spPr>
          <a:xfrm rot="20780835">
            <a:off x="5024311" y="6576783"/>
            <a:ext cx="227792" cy="3037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94455AD8-5224-7469-5D2B-08580C633A4B}"/>
              </a:ext>
            </a:extLst>
          </p:cNvPr>
          <p:cNvSpPr/>
          <p:nvPr/>
        </p:nvSpPr>
        <p:spPr>
          <a:xfrm rot="20780835">
            <a:off x="5291818" y="61509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87605D0E-E496-CEC4-FB91-D17C875DFFE7}"/>
              </a:ext>
            </a:extLst>
          </p:cNvPr>
          <p:cNvSpPr/>
          <p:nvPr/>
        </p:nvSpPr>
        <p:spPr>
          <a:xfrm rot="20780835">
            <a:off x="3138167" y="55273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2FB0857D-6A6A-CE51-B0C0-47CCE356FBC1}"/>
              </a:ext>
            </a:extLst>
          </p:cNvPr>
          <p:cNvSpPr/>
          <p:nvPr/>
        </p:nvSpPr>
        <p:spPr>
          <a:xfrm rot="20780835">
            <a:off x="3431221" y="5056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A7CB1354-B941-BD47-8788-62A604BAC373}"/>
              </a:ext>
            </a:extLst>
          </p:cNvPr>
          <p:cNvSpPr/>
          <p:nvPr/>
        </p:nvSpPr>
        <p:spPr>
          <a:xfrm rot="20780835">
            <a:off x="3813808" y="685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831860BF-186A-FC31-D49F-45BE44103038}"/>
              </a:ext>
            </a:extLst>
          </p:cNvPr>
          <p:cNvSpPr/>
          <p:nvPr/>
        </p:nvSpPr>
        <p:spPr>
          <a:xfrm rot="20780835">
            <a:off x="6111689" y="6108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AC7E0499-D1ED-1AB3-B025-F4E767889653}"/>
              </a:ext>
            </a:extLst>
          </p:cNvPr>
          <p:cNvSpPr/>
          <p:nvPr/>
        </p:nvSpPr>
        <p:spPr>
          <a:xfrm rot="20780835">
            <a:off x="6404743" y="5637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B6F099D0-8CF9-A95E-A610-61AA16FCFC19}"/>
              </a:ext>
            </a:extLst>
          </p:cNvPr>
          <p:cNvSpPr/>
          <p:nvPr/>
        </p:nvSpPr>
        <p:spPr>
          <a:xfrm rot="20780835">
            <a:off x="6697797" y="52007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BCA6BFB8-2D5E-BD2A-5FB7-C364A23ED705}"/>
              </a:ext>
            </a:extLst>
          </p:cNvPr>
          <p:cNvSpPr/>
          <p:nvPr/>
        </p:nvSpPr>
        <p:spPr>
          <a:xfrm rot="20780835">
            <a:off x="2263990" y="62530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268E45AF-E326-2307-38AB-17929B22F585}"/>
              </a:ext>
            </a:extLst>
          </p:cNvPr>
          <p:cNvSpPr/>
          <p:nvPr/>
        </p:nvSpPr>
        <p:spPr>
          <a:xfrm rot="20780835">
            <a:off x="2557044" y="57818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4D03F8EE-EB40-8569-3A78-E407AF13CED3}"/>
              </a:ext>
            </a:extLst>
          </p:cNvPr>
          <p:cNvSpPr/>
          <p:nvPr/>
        </p:nvSpPr>
        <p:spPr>
          <a:xfrm rot="20780835">
            <a:off x="2850098" y="53454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43C78729-50FA-0FA2-0951-3FA46C69076E}"/>
              </a:ext>
            </a:extLst>
          </p:cNvPr>
          <p:cNvSpPr/>
          <p:nvPr/>
        </p:nvSpPr>
        <p:spPr>
          <a:xfrm rot="20780835">
            <a:off x="4966137" y="53514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66BBC739-402B-6084-1258-BA1BC8E19AAA}"/>
              </a:ext>
            </a:extLst>
          </p:cNvPr>
          <p:cNvSpPr/>
          <p:nvPr/>
        </p:nvSpPr>
        <p:spPr>
          <a:xfrm rot="20780835">
            <a:off x="5259191" y="48802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8B55E3D2-24E9-765E-1DF9-EB9E74BF1C40}"/>
              </a:ext>
            </a:extLst>
          </p:cNvPr>
          <p:cNvSpPr/>
          <p:nvPr/>
        </p:nvSpPr>
        <p:spPr>
          <a:xfrm rot="20780835">
            <a:off x="2968521" y="884436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529999E5-6056-B37A-54E0-3ACFEC050BD6}"/>
              </a:ext>
            </a:extLst>
          </p:cNvPr>
          <p:cNvSpPr/>
          <p:nvPr/>
        </p:nvSpPr>
        <p:spPr>
          <a:xfrm rot="20780835">
            <a:off x="3261575" y="83731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7B9A32BA-0DF6-77C5-388B-29371D92F492}"/>
              </a:ext>
            </a:extLst>
          </p:cNvPr>
          <p:cNvSpPr/>
          <p:nvPr/>
        </p:nvSpPr>
        <p:spPr>
          <a:xfrm rot="20780835">
            <a:off x="3554629" y="79367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AA1C6D8F-068F-E3C8-210C-BD9225809C0E}"/>
              </a:ext>
            </a:extLst>
          </p:cNvPr>
          <p:cNvSpPr/>
          <p:nvPr/>
        </p:nvSpPr>
        <p:spPr>
          <a:xfrm rot="20780835">
            <a:off x="1400978" y="73131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04244CA6-3F45-D009-B2A6-15EC073B2DFB}"/>
              </a:ext>
            </a:extLst>
          </p:cNvPr>
          <p:cNvSpPr/>
          <p:nvPr/>
        </p:nvSpPr>
        <p:spPr>
          <a:xfrm rot="20780835">
            <a:off x="1694032" y="68418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EF06A549-7DEF-006D-EF44-101FD4D78944}"/>
              </a:ext>
            </a:extLst>
          </p:cNvPr>
          <p:cNvSpPr/>
          <p:nvPr/>
        </p:nvSpPr>
        <p:spPr>
          <a:xfrm rot="20780835">
            <a:off x="2076619" y="86363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B527D7D6-A385-F363-376D-49DCC3ECA8D7}"/>
              </a:ext>
            </a:extLst>
          </p:cNvPr>
          <p:cNvSpPr/>
          <p:nvPr/>
        </p:nvSpPr>
        <p:spPr>
          <a:xfrm rot="20780835">
            <a:off x="4374500" y="78941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C917C032-E31D-12EB-7EFD-1BD7B402181F}"/>
              </a:ext>
            </a:extLst>
          </p:cNvPr>
          <p:cNvSpPr/>
          <p:nvPr/>
        </p:nvSpPr>
        <p:spPr>
          <a:xfrm rot="20780835">
            <a:off x="4667554" y="7422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747B0422-4700-10D0-0382-E17C98871831}"/>
              </a:ext>
            </a:extLst>
          </p:cNvPr>
          <p:cNvSpPr/>
          <p:nvPr/>
        </p:nvSpPr>
        <p:spPr>
          <a:xfrm rot="20780835">
            <a:off x="4960608" y="69865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8" name="Star: 5 Points 97">
            <a:extLst>
              <a:ext uri="{FF2B5EF4-FFF2-40B4-BE49-F238E27FC236}">
                <a16:creationId xmlns:a16="http://schemas.microsoft.com/office/drawing/2014/main" id="{DC07EDA8-0EDA-1FA5-E300-4867060976F5}"/>
              </a:ext>
            </a:extLst>
          </p:cNvPr>
          <p:cNvSpPr/>
          <p:nvPr/>
        </p:nvSpPr>
        <p:spPr>
          <a:xfrm rot="20780835">
            <a:off x="526801" y="80388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511D3FF6-573F-FCBF-1B1A-C543095CEA56}"/>
              </a:ext>
            </a:extLst>
          </p:cNvPr>
          <p:cNvSpPr/>
          <p:nvPr/>
        </p:nvSpPr>
        <p:spPr>
          <a:xfrm rot="20780835">
            <a:off x="819855" y="75675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B86E3E31-BC59-5C1F-B1DA-84352F3074F3}"/>
              </a:ext>
            </a:extLst>
          </p:cNvPr>
          <p:cNvSpPr/>
          <p:nvPr/>
        </p:nvSpPr>
        <p:spPr>
          <a:xfrm rot="20780835">
            <a:off x="1112909" y="71312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97C872BC-99E1-A350-5751-369503534338}"/>
              </a:ext>
            </a:extLst>
          </p:cNvPr>
          <p:cNvSpPr/>
          <p:nvPr/>
        </p:nvSpPr>
        <p:spPr>
          <a:xfrm rot="20780835">
            <a:off x="3228948" y="71371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7A9973A2-52B3-A53F-D91E-6F1DB86AC097}"/>
              </a:ext>
            </a:extLst>
          </p:cNvPr>
          <p:cNvSpPr/>
          <p:nvPr/>
        </p:nvSpPr>
        <p:spPr>
          <a:xfrm rot="20780835">
            <a:off x="3522002" y="66659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3" name="Star: 5 Points 102">
            <a:extLst>
              <a:ext uri="{FF2B5EF4-FFF2-40B4-BE49-F238E27FC236}">
                <a16:creationId xmlns:a16="http://schemas.microsoft.com/office/drawing/2014/main" id="{620CF030-A0E8-01A7-5927-E4E2C1AB8576}"/>
              </a:ext>
            </a:extLst>
          </p:cNvPr>
          <p:cNvSpPr/>
          <p:nvPr/>
        </p:nvSpPr>
        <p:spPr>
          <a:xfrm rot="20780835">
            <a:off x="8295194" y="94023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C5E49054-AF3E-F21B-82BB-16DB42DD5051}"/>
              </a:ext>
            </a:extLst>
          </p:cNvPr>
          <p:cNvSpPr/>
          <p:nvPr/>
        </p:nvSpPr>
        <p:spPr>
          <a:xfrm rot="20780835">
            <a:off x="8588248" y="89311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7A430CBD-B4F8-BB0A-F419-290404A3DCC1}"/>
              </a:ext>
            </a:extLst>
          </p:cNvPr>
          <p:cNvSpPr/>
          <p:nvPr/>
        </p:nvSpPr>
        <p:spPr>
          <a:xfrm rot="20780835">
            <a:off x="8881302" y="84947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9552CA92-3050-A7A8-833E-4A3B4D319EC2}"/>
              </a:ext>
            </a:extLst>
          </p:cNvPr>
          <p:cNvSpPr/>
          <p:nvPr/>
        </p:nvSpPr>
        <p:spPr>
          <a:xfrm rot="20780835">
            <a:off x="6727651" y="7871098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7" name="Star: 5 Points 106">
            <a:extLst>
              <a:ext uri="{FF2B5EF4-FFF2-40B4-BE49-F238E27FC236}">
                <a16:creationId xmlns:a16="http://schemas.microsoft.com/office/drawing/2014/main" id="{3F803D0C-AB81-D9D8-C802-631AD349DD93}"/>
              </a:ext>
            </a:extLst>
          </p:cNvPr>
          <p:cNvSpPr/>
          <p:nvPr/>
        </p:nvSpPr>
        <p:spPr>
          <a:xfrm rot="20780835">
            <a:off x="7020705" y="7399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479209FD-036D-2550-E561-0C0C52BB64B4}"/>
              </a:ext>
            </a:extLst>
          </p:cNvPr>
          <p:cNvSpPr/>
          <p:nvPr/>
        </p:nvSpPr>
        <p:spPr>
          <a:xfrm rot="20780835">
            <a:off x="789272" y="9580283"/>
            <a:ext cx="238759" cy="1024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10FC49B2-81A5-2094-8593-2E96EBE61DB3}"/>
              </a:ext>
            </a:extLst>
          </p:cNvPr>
          <p:cNvSpPr/>
          <p:nvPr/>
        </p:nvSpPr>
        <p:spPr>
          <a:xfrm rot="20780835">
            <a:off x="9701173" y="84521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BEC2CD6A-D64E-0627-F21B-1B2FC3FCE642}"/>
              </a:ext>
            </a:extLst>
          </p:cNvPr>
          <p:cNvSpPr/>
          <p:nvPr/>
        </p:nvSpPr>
        <p:spPr>
          <a:xfrm rot="20780835">
            <a:off x="9994227" y="79809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1" name="Star: 5 Points 110">
            <a:extLst>
              <a:ext uri="{FF2B5EF4-FFF2-40B4-BE49-F238E27FC236}">
                <a16:creationId xmlns:a16="http://schemas.microsoft.com/office/drawing/2014/main" id="{4A418AA0-E4C4-9523-1DE6-30FF480D551B}"/>
              </a:ext>
            </a:extLst>
          </p:cNvPr>
          <p:cNvSpPr/>
          <p:nvPr/>
        </p:nvSpPr>
        <p:spPr>
          <a:xfrm rot="20780835">
            <a:off x="10287281" y="75445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37F0B118-362A-9113-CC2E-5DD384CE62A9}"/>
              </a:ext>
            </a:extLst>
          </p:cNvPr>
          <p:cNvSpPr/>
          <p:nvPr/>
        </p:nvSpPr>
        <p:spPr>
          <a:xfrm rot="20780835">
            <a:off x="5853474" y="85968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13A229A4-AEEC-030D-4E73-454C68DCD90A}"/>
              </a:ext>
            </a:extLst>
          </p:cNvPr>
          <p:cNvSpPr/>
          <p:nvPr/>
        </p:nvSpPr>
        <p:spPr>
          <a:xfrm rot="20780835">
            <a:off x="6146528" y="8125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3B4AF3E0-B136-49F3-7909-8E896F8D150F}"/>
              </a:ext>
            </a:extLst>
          </p:cNvPr>
          <p:cNvSpPr/>
          <p:nvPr/>
        </p:nvSpPr>
        <p:spPr>
          <a:xfrm rot="20780835">
            <a:off x="6439582" y="76892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2938D096-C051-FFB1-7E6E-464DEE6C7F82}"/>
              </a:ext>
            </a:extLst>
          </p:cNvPr>
          <p:cNvSpPr/>
          <p:nvPr/>
        </p:nvSpPr>
        <p:spPr>
          <a:xfrm rot="20780835">
            <a:off x="8555621" y="76951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954460B2-C70F-8895-0B04-0C8D2F094E0F}"/>
              </a:ext>
            </a:extLst>
          </p:cNvPr>
          <p:cNvSpPr/>
          <p:nvPr/>
        </p:nvSpPr>
        <p:spPr>
          <a:xfrm rot="20780835">
            <a:off x="8850728" y="7209422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B6FDA724-21AA-9917-9163-98E0D58E0F1C}"/>
              </a:ext>
            </a:extLst>
          </p:cNvPr>
          <p:cNvSpPr/>
          <p:nvPr/>
        </p:nvSpPr>
        <p:spPr>
          <a:xfrm rot="20780835">
            <a:off x="13689050" y="93316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7599A0D0-8E1C-DBEA-6BB3-D2989C1959E9}"/>
              </a:ext>
            </a:extLst>
          </p:cNvPr>
          <p:cNvSpPr/>
          <p:nvPr/>
        </p:nvSpPr>
        <p:spPr>
          <a:xfrm rot="20780835">
            <a:off x="13982104" y="8860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9" name="Star: 5 Points 118">
            <a:extLst>
              <a:ext uri="{FF2B5EF4-FFF2-40B4-BE49-F238E27FC236}">
                <a16:creationId xmlns:a16="http://schemas.microsoft.com/office/drawing/2014/main" id="{D9269CF4-94F0-C17F-2170-EF6B4E93864F}"/>
              </a:ext>
            </a:extLst>
          </p:cNvPr>
          <p:cNvSpPr/>
          <p:nvPr/>
        </p:nvSpPr>
        <p:spPr>
          <a:xfrm rot="20780835">
            <a:off x="14275158" y="84240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D03316A5-E4B6-BF4E-935A-BC9E7502BB2A}"/>
              </a:ext>
            </a:extLst>
          </p:cNvPr>
          <p:cNvSpPr/>
          <p:nvPr/>
        </p:nvSpPr>
        <p:spPr>
          <a:xfrm rot="20780835">
            <a:off x="12121507" y="7800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1" name="Star: 5 Points 120">
            <a:extLst>
              <a:ext uri="{FF2B5EF4-FFF2-40B4-BE49-F238E27FC236}">
                <a16:creationId xmlns:a16="http://schemas.microsoft.com/office/drawing/2014/main" id="{227306C8-4606-7BC2-B8A3-4E0C7BD4EA6E}"/>
              </a:ext>
            </a:extLst>
          </p:cNvPr>
          <p:cNvSpPr/>
          <p:nvPr/>
        </p:nvSpPr>
        <p:spPr>
          <a:xfrm rot="20780835">
            <a:off x="12414561" y="7329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A256A8C9-A7A9-7EB8-CA73-296DC07BDF09}"/>
              </a:ext>
            </a:extLst>
          </p:cNvPr>
          <p:cNvSpPr/>
          <p:nvPr/>
        </p:nvSpPr>
        <p:spPr>
          <a:xfrm rot="20780835">
            <a:off x="12797148" y="91236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2947EA54-8DFD-96A1-F95A-8DA0F5898B20}"/>
              </a:ext>
            </a:extLst>
          </p:cNvPr>
          <p:cNvSpPr/>
          <p:nvPr/>
        </p:nvSpPr>
        <p:spPr>
          <a:xfrm rot="20780835">
            <a:off x="16945604" y="8019018"/>
            <a:ext cx="148841" cy="13037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2CE83AE6-9AAF-E2E5-7D7D-83C8F99FF528}"/>
              </a:ext>
            </a:extLst>
          </p:cNvPr>
          <p:cNvSpPr/>
          <p:nvPr/>
        </p:nvSpPr>
        <p:spPr>
          <a:xfrm rot="20780835">
            <a:off x="15388083" y="79102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2D85669F-DC6B-91B3-7C45-644620B7F7E4}"/>
              </a:ext>
            </a:extLst>
          </p:cNvPr>
          <p:cNvSpPr/>
          <p:nvPr/>
        </p:nvSpPr>
        <p:spPr>
          <a:xfrm rot="20780835">
            <a:off x="15681137" y="7473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A4A0EA4C-B308-ABEB-23C3-899C39E2AE51}"/>
              </a:ext>
            </a:extLst>
          </p:cNvPr>
          <p:cNvSpPr/>
          <p:nvPr/>
        </p:nvSpPr>
        <p:spPr>
          <a:xfrm rot="20780835">
            <a:off x="11247330" y="85261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C6691BC1-04C3-0B3F-A3F4-8BF33F96ACFB}"/>
              </a:ext>
            </a:extLst>
          </p:cNvPr>
          <p:cNvSpPr/>
          <p:nvPr/>
        </p:nvSpPr>
        <p:spPr>
          <a:xfrm rot="20780835">
            <a:off x="11540384" y="80549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C45A7CCB-AA5A-36E7-C23C-B812B99B497D}"/>
              </a:ext>
            </a:extLst>
          </p:cNvPr>
          <p:cNvSpPr/>
          <p:nvPr/>
        </p:nvSpPr>
        <p:spPr>
          <a:xfrm rot="20780835">
            <a:off x="11833438" y="76185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2448D656-724B-3B5C-CDF7-CFAECD05E035}"/>
              </a:ext>
            </a:extLst>
          </p:cNvPr>
          <p:cNvSpPr/>
          <p:nvPr/>
        </p:nvSpPr>
        <p:spPr>
          <a:xfrm rot="20780835">
            <a:off x="13949477" y="76245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7182E655-6CA9-8FA4-C3EA-4593E92D48B8}"/>
              </a:ext>
            </a:extLst>
          </p:cNvPr>
          <p:cNvSpPr/>
          <p:nvPr/>
        </p:nvSpPr>
        <p:spPr>
          <a:xfrm rot="20780835">
            <a:off x="14242531" y="71532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FB81A07C-60AF-01E1-1D3A-0C0BC535378C}"/>
              </a:ext>
            </a:extLst>
          </p:cNvPr>
          <p:cNvSpPr/>
          <p:nvPr/>
        </p:nvSpPr>
        <p:spPr>
          <a:xfrm rot="20780835">
            <a:off x="8703216" y="3431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4C9DB456-08AD-A507-AE03-0DA4B2E33552}"/>
              </a:ext>
            </a:extLst>
          </p:cNvPr>
          <p:cNvSpPr/>
          <p:nvPr/>
        </p:nvSpPr>
        <p:spPr>
          <a:xfrm rot="20780835">
            <a:off x="8996270" y="29606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3912AA26-A1B8-E07C-9FED-8D346C744F3C}"/>
              </a:ext>
            </a:extLst>
          </p:cNvPr>
          <p:cNvSpPr/>
          <p:nvPr/>
        </p:nvSpPr>
        <p:spPr>
          <a:xfrm rot="20780835">
            <a:off x="9289324" y="25242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ABD7A0BF-E908-D4B7-DFB3-1F6A28D8B9D9}"/>
              </a:ext>
            </a:extLst>
          </p:cNvPr>
          <p:cNvSpPr/>
          <p:nvPr/>
        </p:nvSpPr>
        <p:spPr>
          <a:xfrm rot="20780835">
            <a:off x="7135673" y="190066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64C216C7-7C1B-FFCD-24E1-761C80FDE372}"/>
              </a:ext>
            </a:extLst>
          </p:cNvPr>
          <p:cNvSpPr/>
          <p:nvPr/>
        </p:nvSpPr>
        <p:spPr>
          <a:xfrm rot="20780835">
            <a:off x="7428727" y="14294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68FBF26D-5130-9719-1664-4557FF227A5D}"/>
              </a:ext>
            </a:extLst>
          </p:cNvPr>
          <p:cNvSpPr/>
          <p:nvPr/>
        </p:nvSpPr>
        <p:spPr>
          <a:xfrm rot="20780835">
            <a:off x="7811314" y="32238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B36A3FA3-9136-89C7-1DB6-BCCBE1F321DF}"/>
              </a:ext>
            </a:extLst>
          </p:cNvPr>
          <p:cNvSpPr/>
          <p:nvPr/>
        </p:nvSpPr>
        <p:spPr>
          <a:xfrm rot="20780835">
            <a:off x="10109195" y="24817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69D8BC40-FE44-93BC-F92E-372EF7A07636}"/>
              </a:ext>
            </a:extLst>
          </p:cNvPr>
          <p:cNvSpPr/>
          <p:nvPr/>
        </p:nvSpPr>
        <p:spPr>
          <a:xfrm rot="20780835">
            <a:off x="10402249" y="201047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F0122967-FC97-C6C0-82AA-530FD8E28B0D}"/>
              </a:ext>
            </a:extLst>
          </p:cNvPr>
          <p:cNvSpPr/>
          <p:nvPr/>
        </p:nvSpPr>
        <p:spPr>
          <a:xfrm rot="20780835">
            <a:off x="10695303" y="1574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80ED8A70-8F27-6396-EFDC-09CF8ECF01D2}"/>
              </a:ext>
            </a:extLst>
          </p:cNvPr>
          <p:cNvSpPr/>
          <p:nvPr/>
        </p:nvSpPr>
        <p:spPr>
          <a:xfrm rot="20780835">
            <a:off x="6261496" y="26264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F5AC4FFF-DCE5-01A4-DA99-313F96AA65CA}"/>
              </a:ext>
            </a:extLst>
          </p:cNvPr>
          <p:cNvSpPr/>
          <p:nvPr/>
        </p:nvSpPr>
        <p:spPr>
          <a:xfrm rot="20780835">
            <a:off x="6554550" y="21551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AB8F726C-3AF4-87C9-7546-931070D403A2}"/>
              </a:ext>
            </a:extLst>
          </p:cNvPr>
          <p:cNvSpPr/>
          <p:nvPr/>
        </p:nvSpPr>
        <p:spPr>
          <a:xfrm rot="20780835">
            <a:off x="6847604" y="17187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6A7F1044-AB26-5C10-1643-05F396E2E558}"/>
              </a:ext>
            </a:extLst>
          </p:cNvPr>
          <p:cNvSpPr/>
          <p:nvPr/>
        </p:nvSpPr>
        <p:spPr>
          <a:xfrm rot="20780835">
            <a:off x="8967249" y="171484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0D0BD199-CF3A-F9C6-C1D3-D732C0BD3910}"/>
              </a:ext>
            </a:extLst>
          </p:cNvPr>
          <p:cNvSpPr/>
          <p:nvPr/>
        </p:nvSpPr>
        <p:spPr>
          <a:xfrm rot="20780835">
            <a:off x="9256697" y="12535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02AB3165-A366-701F-4A15-34A5362F1FB1}"/>
              </a:ext>
            </a:extLst>
          </p:cNvPr>
          <p:cNvSpPr/>
          <p:nvPr/>
        </p:nvSpPr>
        <p:spPr>
          <a:xfrm rot="20780835">
            <a:off x="13394789" y="375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5252BEA0-52BC-F4F0-6B58-AE49E4CD7DE5}"/>
              </a:ext>
            </a:extLst>
          </p:cNvPr>
          <p:cNvSpPr/>
          <p:nvPr/>
        </p:nvSpPr>
        <p:spPr>
          <a:xfrm rot="20780835">
            <a:off x="13687843" y="32817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9076DBD6-549C-A6CD-3005-DC01838CD84B}"/>
              </a:ext>
            </a:extLst>
          </p:cNvPr>
          <p:cNvSpPr/>
          <p:nvPr/>
        </p:nvSpPr>
        <p:spPr>
          <a:xfrm rot="20780835">
            <a:off x="13980897" y="28453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8BCEAFF2-8183-D5EF-A69B-604A88956909}"/>
              </a:ext>
            </a:extLst>
          </p:cNvPr>
          <p:cNvSpPr/>
          <p:nvPr/>
        </p:nvSpPr>
        <p:spPr>
          <a:xfrm rot="20780835">
            <a:off x="11827246" y="22217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23E00178-F5F7-127E-D4AA-D5D24E648C1A}"/>
              </a:ext>
            </a:extLst>
          </p:cNvPr>
          <p:cNvSpPr/>
          <p:nvPr/>
        </p:nvSpPr>
        <p:spPr>
          <a:xfrm rot="20780835">
            <a:off x="12120300" y="17504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D917A108-8CE4-05B7-D9E3-C98892754544}"/>
              </a:ext>
            </a:extLst>
          </p:cNvPr>
          <p:cNvSpPr/>
          <p:nvPr/>
        </p:nvSpPr>
        <p:spPr>
          <a:xfrm rot="20780835">
            <a:off x="12502887" y="35449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CF014FDF-7196-598C-0A39-263D0B8B7F62}"/>
              </a:ext>
            </a:extLst>
          </p:cNvPr>
          <p:cNvSpPr/>
          <p:nvPr/>
        </p:nvSpPr>
        <p:spPr>
          <a:xfrm rot="20780835">
            <a:off x="14800768" y="280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0C4002C1-FCDC-C26D-2EE1-5D6B10B0A391}"/>
              </a:ext>
            </a:extLst>
          </p:cNvPr>
          <p:cNvSpPr/>
          <p:nvPr/>
        </p:nvSpPr>
        <p:spPr>
          <a:xfrm rot="20780835">
            <a:off x="15093822" y="233154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BC8727D4-3103-79F9-B585-E43A27C219DE}"/>
              </a:ext>
            </a:extLst>
          </p:cNvPr>
          <p:cNvSpPr/>
          <p:nvPr/>
        </p:nvSpPr>
        <p:spPr>
          <a:xfrm rot="20780835">
            <a:off x="15225861" y="1726071"/>
            <a:ext cx="158858" cy="285702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FA91C3B9-791A-9502-5D5C-995F6C267D68}"/>
              </a:ext>
            </a:extLst>
          </p:cNvPr>
          <p:cNvSpPr/>
          <p:nvPr/>
        </p:nvSpPr>
        <p:spPr>
          <a:xfrm rot="20780835">
            <a:off x="10953069" y="29474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49F520AD-1433-A168-08BA-BAF7B39E435E}"/>
              </a:ext>
            </a:extLst>
          </p:cNvPr>
          <p:cNvSpPr/>
          <p:nvPr/>
        </p:nvSpPr>
        <p:spPr>
          <a:xfrm rot="20780835">
            <a:off x="11246123" y="247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8DB88465-0FC0-5CEA-EB0F-DDC8049AB44A}"/>
              </a:ext>
            </a:extLst>
          </p:cNvPr>
          <p:cNvSpPr/>
          <p:nvPr/>
        </p:nvSpPr>
        <p:spPr>
          <a:xfrm rot="20780835">
            <a:off x="11539177" y="20398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C7811A08-ED6A-8988-9E1C-2CFA77A98442}"/>
              </a:ext>
            </a:extLst>
          </p:cNvPr>
          <p:cNvSpPr/>
          <p:nvPr/>
        </p:nvSpPr>
        <p:spPr>
          <a:xfrm rot="20780835">
            <a:off x="13655216" y="204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02288F60-CB5D-ACCC-DEE8-A220DD759820}"/>
              </a:ext>
            </a:extLst>
          </p:cNvPr>
          <p:cNvSpPr/>
          <p:nvPr/>
        </p:nvSpPr>
        <p:spPr>
          <a:xfrm rot="20780835">
            <a:off x="13948270" y="15745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FB0C1D1B-DC66-3ED1-E421-87A311D40C20}"/>
              </a:ext>
            </a:extLst>
          </p:cNvPr>
          <p:cNvSpPr/>
          <p:nvPr/>
        </p:nvSpPr>
        <p:spPr>
          <a:xfrm rot="20780835">
            <a:off x="14252657" y="78737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46563063-65A6-E364-B1A6-6EDC546A59E9}"/>
              </a:ext>
            </a:extLst>
          </p:cNvPr>
          <p:cNvSpPr/>
          <p:nvPr/>
        </p:nvSpPr>
        <p:spPr>
          <a:xfrm rot="20780835">
            <a:off x="14545711" y="74025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E4D34873-BE9E-2AA5-6A24-B5F10BCFDAB0}"/>
              </a:ext>
            </a:extLst>
          </p:cNvPr>
          <p:cNvSpPr/>
          <p:nvPr/>
        </p:nvSpPr>
        <p:spPr>
          <a:xfrm rot="20780835">
            <a:off x="14838765" y="69661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899DBBC1-908D-C2D6-16B8-85B9C7A7D96A}"/>
              </a:ext>
            </a:extLst>
          </p:cNvPr>
          <p:cNvSpPr/>
          <p:nvPr/>
        </p:nvSpPr>
        <p:spPr>
          <a:xfrm rot="20780835">
            <a:off x="12685114" y="63424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DE4DCA7B-EFF4-9F45-4C7E-D494071B4081}"/>
              </a:ext>
            </a:extLst>
          </p:cNvPr>
          <p:cNvSpPr/>
          <p:nvPr/>
        </p:nvSpPr>
        <p:spPr>
          <a:xfrm rot="20780835">
            <a:off x="12978168" y="58712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C1517F41-7DD2-17BF-267E-D11039E3E0BE}"/>
              </a:ext>
            </a:extLst>
          </p:cNvPr>
          <p:cNvSpPr/>
          <p:nvPr/>
        </p:nvSpPr>
        <p:spPr>
          <a:xfrm rot="20780835">
            <a:off x="13360755" y="76657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5" name="Star: 5 Points 164">
            <a:extLst>
              <a:ext uri="{FF2B5EF4-FFF2-40B4-BE49-F238E27FC236}">
                <a16:creationId xmlns:a16="http://schemas.microsoft.com/office/drawing/2014/main" id="{9AA4CB60-5F61-AEEA-D641-1C3F046B9FEE}"/>
              </a:ext>
            </a:extLst>
          </p:cNvPr>
          <p:cNvSpPr/>
          <p:nvPr/>
        </p:nvSpPr>
        <p:spPr>
          <a:xfrm rot="20780835">
            <a:off x="8559638" y="4459769"/>
            <a:ext cx="237365" cy="17035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2FE30282-ADBF-CC49-5240-C4FCDBE2863E}"/>
              </a:ext>
            </a:extLst>
          </p:cNvPr>
          <p:cNvSpPr/>
          <p:nvPr/>
        </p:nvSpPr>
        <p:spPr>
          <a:xfrm rot="20780835">
            <a:off x="15951690" y="64523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35BD0720-F811-1015-AA9F-DA09C11D7CE2}"/>
              </a:ext>
            </a:extLst>
          </p:cNvPr>
          <p:cNvSpPr/>
          <p:nvPr/>
        </p:nvSpPr>
        <p:spPr>
          <a:xfrm rot="20780835">
            <a:off x="16244744" y="60159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8" name="Star: 5 Points 167">
            <a:extLst>
              <a:ext uri="{FF2B5EF4-FFF2-40B4-BE49-F238E27FC236}">
                <a16:creationId xmlns:a16="http://schemas.microsoft.com/office/drawing/2014/main" id="{92386640-687D-163B-12AE-986C3952FEA9}"/>
              </a:ext>
            </a:extLst>
          </p:cNvPr>
          <p:cNvSpPr/>
          <p:nvPr/>
        </p:nvSpPr>
        <p:spPr>
          <a:xfrm rot="20780835">
            <a:off x="11810937" y="70682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73F6A494-A648-C50D-57E2-7A8315A0F71B}"/>
              </a:ext>
            </a:extLst>
          </p:cNvPr>
          <p:cNvSpPr/>
          <p:nvPr/>
        </p:nvSpPr>
        <p:spPr>
          <a:xfrm rot="20780835">
            <a:off x="12103991" y="65969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23B2F98A-D06D-D95E-F42C-B2FA48E4300F}"/>
              </a:ext>
            </a:extLst>
          </p:cNvPr>
          <p:cNvSpPr/>
          <p:nvPr/>
        </p:nvSpPr>
        <p:spPr>
          <a:xfrm rot="20780835">
            <a:off x="12397045" y="61606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3AEBA77A-2AC2-E9BB-8537-57997B06E9CB}"/>
              </a:ext>
            </a:extLst>
          </p:cNvPr>
          <p:cNvSpPr/>
          <p:nvPr/>
        </p:nvSpPr>
        <p:spPr>
          <a:xfrm rot="20780835">
            <a:off x="14513084" y="61665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2" name="Star: 5 Points 171">
            <a:extLst>
              <a:ext uri="{FF2B5EF4-FFF2-40B4-BE49-F238E27FC236}">
                <a16:creationId xmlns:a16="http://schemas.microsoft.com/office/drawing/2014/main" id="{4CFD7F49-81C2-17E4-15FD-5B2BC15F08F1}"/>
              </a:ext>
            </a:extLst>
          </p:cNvPr>
          <p:cNvSpPr/>
          <p:nvPr/>
        </p:nvSpPr>
        <p:spPr>
          <a:xfrm rot="20780835">
            <a:off x="14688510" y="5638298"/>
            <a:ext cx="184274" cy="16182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46105213-3FD0-7863-E7A5-5315574E6B7D}"/>
              </a:ext>
            </a:extLst>
          </p:cNvPr>
          <p:cNvSpPr/>
          <p:nvPr/>
        </p:nvSpPr>
        <p:spPr>
          <a:xfrm rot="20780835">
            <a:off x="5987851" y="1380041"/>
            <a:ext cx="164900" cy="7975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A4DF4143-0AEA-FC89-F985-AADEA088F237}"/>
              </a:ext>
            </a:extLst>
          </p:cNvPr>
          <p:cNvSpPr/>
          <p:nvPr/>
        </p:nvSpPr>
        <p:spPr>
          <a:xfrm rot="20780835">
            <a:off x="3834200" y="7564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5" name="Star: 5 Points 174">
            <a:extLst>
              <a:ext uri="{FF2B5EF4-FFF2-40B4-BE49-F238E27FC236}">
                <a16:creationId xmlns:a16="http://schemas.microsoft.com/office/drawing/2014/main" id="{FE01ADDA-9B67-D657-0B1F-A48EDC3E9C1A}"/>
              </a:ext>
            </a:extLst>
          </p:cNvPr>
          <p:cNvSpPr/>
          <p:nvPr/>
        </p:nvSpPr>
        <p:spPr>
          <a:xfrm rot="20780835">
            <a:off x="10655421" y="119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17CC3259-69EB-AB49-2313-79FA67A41DC7}"/>
              </a:ext>
            </a:extLst>
          </p:cNvPr>
          <p:cNvSpPr/>
          <p:nvPr/>
        </p:nvSpPr>
        <p:spPr>
          <a:xfrm rot="20780835">
            <a:off x="10948475" y="7215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7" name="Star: 5 Points 176">
            <a:extLst>
              <a:ext uri="{FF2B5EF4-FFF2-40B4-BE49-F238E27FC236}">
                <a16:creationId xmlns:a16="http://schemas.microsoft.com/office/drawing/2014/main" id="{60CC230E-F6BA-5EBD-E361-F3019CDEADB1}"/>
              </a:ext>
            </a:extLst>
          </p:cNvPr>
          <p:cNvSpPr/>
          <p:nvPr/>
        </p:nvSpPr>
        <p:spPr>
          <a:xfrm rot="20780835">
            <a:off x="6807722" y="1337471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8" name="Star: 5 Points 177">
            <a:extLst>
              <a:ext uri="{FF2B5EF4-FFF2-40B4-BE49-F238E27FC236}">
                <a16:creationId xmlns:a16="http://schemas.microsoft.com/office/drawing/2014/main" id="{B95A4353-0714-AEBC-60D1-A822B8A5650B}"/>
              </a:ext>
            </a:extLst>
          </p:cNvPr>
          <p:cNvSpPr/>
          <p:nvPr/>
        </p:nvSpPr>
        <p:spPr>
          <a:xfrm rot="20780835">
            <a:off x="7100776" y="86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9" name="Star: 5 Points 178">
            <a:extLst>
              <a:ext uri="{FF2B5EF4-FFF2-40B4-BE49-F238E27FC236}">
                <a16:creationId xmlns:a16="http://schemas.microsoft.com/office/drawing/2014/main" id="{4026FC16-0CEB-E78E-5021-5BF0F176AFDB}"/>
              </a:ext>
            </a:extLst>
          </p:cNvPr>
          <p:cNvSpPr/>
          <p:nvPr/>
        </p:nvSpPr>
        <p:spPr>
          <a:xfrm rot="20780835">
            <a:off x="2998898" y="1545260"/>
            <a:ext cx="290217" cy="258632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BBE1EDC5-CB63-77A3-9472-5F8585DE2A4F}"/>
              </a:ext>
            </a:extLst>
          </p:cNvPr>
          <p:cNvSpPr/>
          <p:nvPr/>
        </p:nvSpPr>
        <p:spPr>
          <a:xfrm rot="20780835">
            <a:off x="3253077" y="10109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C21C78F2-00DB-2481-50E0-3C3008085094}"/>
              </a:ext>
            </a:extLst>
          </p:cNvPr>
          <p:cNvSpPr/>
          <p:nvPr/>
        </p:nvSpPr>
        <p:spPr>
          <a:xfrm rot="20780835">
            <a:off x="8562042" y="11536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2" name="Star: 5 Points 181">
            <a:extLst>
              <a:ext uri="{FF2B5EF4-FFF2-40B4-BE49-F238E27FC236}">
                <a16:creationId xmlns:a16="http://schemas.microsoft.com/office/drawing/2014/main" id="{C93BB8ED-FAD0-03C3-58E7-A479E67B3F05}"/>
              </a:ext>
            </a:extLst>
          </p:cNvPr>
          <p:cNvSpPr/>
          <p:nvPr/>
        </p:nvSpPr>
        <p:spPr>
          <a:xfrm rot="20780835">
            <a:off x="11535564" y="1734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3" name="Star: 5 Points 182">
            <a:extLst>
              <a:ext uri="{FF2B5EF4-FFF2-40B4-BE49-F238E27FC236}">
                <a16:creationId xmlns:a16="http://schemas.microsoft.com/office/drawing/2014/main" id="{9FC5AEF7-6AD9-6B20-2C52-D88D1E0B6258}"/>
              </a:ext>
            </a:extLst>
          </p:cNvPr>
          <p:cNvSpPr/>
          <p:nvPr/>
        </p:nvSpPr>
        <p:spPr>
          <a:xfrm rot="20780835">
            <a:off x="11828618" y="1263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F94B0054-7F00-490A-A8F4-A8BE3A0B156F}"/>
              </a:ext>
            </a:extLst>
          </p:cNvPr>
          <p:cNvSpPr/>
          <p:nvPr/>
        </p:nvSpPr>
        <p:spPr>
          <a:xfrm rot="20780835">
            <a:off x="15855191" y="1231395"/>
            <a:ext cx="310270" cy="12069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1FA26B3A-B5E4-B7B2-73BB-F19357947F55}"/>
              </a:ext>
            </a:extLst>
          </p:cNvPr>
          <p:cNvSpPr/>
          <p:nvPr/>
        </p:nvSpPr>
        <p:spPr>
          <a:xfrm rot="20780835">
            <a:off x="7980919" y="1408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6" name="Star: 5 Points 185">
            <a:extLst>
              <a:ext uri="{FF2B5EF4-FFF2-40B4-BE49-F238E27FC236}">
                <a16:creationId xmlns:a16="http://schemas.microsoft.com/office/drawing/2014/main" id="{70C626F3-28C9-B3E0-45A8-AF058F8348D0}"/>
              </a:ext>
            </a:extLst>
          </p:cNvPr>
          <p:cNvSpPr/>
          <p:nvPr/>
        </p:nvSpPr>
        <p:spPr>
          <a:xfrm rot="20780835">
            <a:off x="8273973" y="971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7" name="Star: 5 Points 186">
            <a:extLst>
              <a:ext uri="{FF2B5EF4-FFF2-40B4-BE49-F238E27FC236}">
                <a16:creationId xmlns:a16="http://schemas.microsoft.com/office/drawing/2014/main" id="{AB662409-4AC9-5C0D-725C-D4B1E48818C6}"/>
              </a:ext>
            </a:extLst>
          </p:cNvPr>
          <p:cNvSpPr/>
          <p:nvPr/>
        </p:nvSpPr>
        <p:spPr>
          <a:xfrm rot="20780835">
            <a:off x="10390012" y="977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8" name="Star: 5 Points 187">
            <a:extLst>
              <a:ext uri="{FF2B5EF4-FFF2-40B4-BE49-F238E27FC236}">
                <a16:creationId xmlns:a16="http://schemas.microsoft.com/office/drawing/2014/main" id="{8781C301-A013-1539-7E20-B4C6D155A625}"/>
              </a:ext>
            </a:extLst>
          </p:cNvPr>
          <p:cNvSpPr/>
          <p:nvPr/>
        </p:nvSpPr>
        <p:spPr>
          <a:xfrm rot="20780835">
            <a:off x="13253615" y="1474690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9" name="Star: 5 Points 188">
            <a:extLst>
              <a:ext uri="{FF2B5EF4-FFF2-40B4-BE49-F238E27FC236}">
                <a16:creationId xmlns:a16="http://schemas.microsoft.com/office/drawing/2014/main" id="{F76A4F42-A297-AB82-1C54-4236508F6BB0}"/>
              </a:ext>
            </a:extLst>
          </p:cNvPr>
          <p:cNvSpPr/>
          <p:nvPr/>
        </p:nvSpPr>
        <p:spPr>
          <a:xfrm rot="20780835">
            <a:off x="13546669" y="10034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0" name="Star: 5 Points 189">
            <a:extLst>
              <a:ext uri="{FF2B5EF4-FFF2-40B4-BE49-F238E27FC236}">
                <a16:creationId xmlns:a16="http://schemas.microsoft.com/office/drawing/2014/main" id="{6617CBBE-3855-7568-7878-12716CA75B47}"/>
              </a:ext>
            </a:extLst>
          </p:cNvPr>
          <p:cNvSpPr/>
          <p:nvPr/>
        </p:nvSpPr>
        <p:spPr>
          <a:xfrm rot="20780835">
            <a:off x="12672492" y="172918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1" name="Star: 5 Points 190">
            <a:extLst>
              <a:ext uri="{FF2B5EF4-FFF2-40B4-BE49-F238E27FC236}">
                <a16:creationId xmlns:a16="http://schemas.microsoft.com/office/drawing/2014/main" id="{836761DA-6C0B-AB63-077A-2FD1678B0D7F}"/>
              </a:ext>
            </a:extLst>
          </p:cNvPr>
          <p:cNvSpPr/>
          <p:nvPr/>
        </p:nvSpPr>
        <p:spPr>
          <a:xfrm rot="20780835">
            <a:off x="12965546" y="12928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2" name="Star: 5 Points 191">
            <a:extLst>
              <a:ext uri="{FF2B5EF4-FFF2-40B4-BE49-F238E27FC236}">
                <a16:creationId xmlns:a16="http://schemas.microsoft.com/office/drawing/2014/main" id="{62056765-9FF3-91C9-2527-360588913B19}"/>
              </a:ext>
            </a:extLst>
          </p:cNvPr>
          <p:cNvSpPr/>
          <p:nvPr/>
        </p:nvSpPr>
        <p:spPr>
          <a:xfrm rot="20780835">
            <a:off x="4424560" y="32453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3" name="Star: 5 Points 192">
            <a:extLst>
              <a:ext uri="{FF2B5EF4-FFF2-40B4-BE49-F238E27FC236}">
                <a16:creationId xmlns:a16="http://schemas.microsoft.com/office/drawing/2014/main" id="{C6EC0904-2C47-773D-F891-1ADCA869D202}"/>
              </a:ext>
            </a:extLst>
          </p:cNvPr>
          <p:cNvSpPr/>
          <p:nvPr/>
        </p:nvSpPr>
        <p:spPr>
          <a:xfrm rot="20780835">
            <a:off x="2270909" y="26216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4" name="Star: 5 Points 193">
            <a:extLst>
              <a:ext uri="{FF2B5EF4-FFF2-40B4-BE49-F238E27FC236}">
                <a16:creationId xmlns:a16="http://schemas.microsoft.com/office/drawing/2014/main" id="{1A76BAAE-CB41-3195-700D-65B31E246432}"/>
              </a:ext>
            </a:extLst>
          </p:cNvPr>
          <p:cNvSpPr/>
          <p:nvPr/>
        </p:nvSpPr>
        <p:spPr>
          <a:xfrm rot="20780835">
            <a:off x="9092130" y="305807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5" name="Star: 5 Points 194">
            <a:extLst>
              <a:ext uri="{FF2B5EF4-FFF2-40B4-BE49-F238E27FC236}">
                <a16:creationId xmlns:a16="http://schemas.microsoft.com/office/drawing/2014/main" id="{9A8637CF-4EAB-5CA2-5C63-7F23F856AF6E}"/>
              </a:ext>
            </a:extLst>
          </p:cNvPr>
          <p:cNvSpPr/>
          <p:nvPr/>
        </p:nvSpPr>
        <p:spPr>
          <a:xfrm rot="20780835">
            <a:off x="9600120" y="28155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6" name="Star: 5 Points 195">
            <a:extLst>
              <a:ext uri="{FF2B5EF4-FFF2-40B4-BE49-F238E27FC236}">
                <a16:creationId xmlns:a16="http://schemas.microsoft.com/office/drawing/2014/main" id="{4E34C711-5B54-304F-897E-D224552496FB}"/>
              </a:ext>
            </a:extLst>
          </p:cNvPr>
          <p:cNvSpPr/>
          <p:nvPr/>
        </p:nvSpPr>
        <p:spPr>
          <a:xfrm rot="20780835">
            <a:off x="5244431" y="32027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7" name="Star: 5 Points 196">
            <a:extLst>
              <a:ext uri="{FF2B5EF4-FFF2-40B4-BE49-F238E27FC236}">
                <a16:creationId xmlns:a16="http://schemas.microsoft.com/office/drawing/2014/main" id="{AC739699-919C-BBED-556F-B263C3E05345}"/>
              </a:ext>
            </a:extLst>
          </p:cNvPr>
          <p:cNvSpPr/>
          <p:nvPr/>
        </p:nvSpPr>
        <p:spPr>
          <a:xfrm rot="20780835">
            <a:off x="5537485" y="27315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8" name="Star: 5 Points 197">
            <a:extLst>
              <a:ext uri="{FF2B5EF4-FFF2-40B4-BE49-F238E27FC236}">
                <a16:creationId xmlns:a16="http://schemas.microsoft.com/office/drawing/2014/main" id="{6D456B54-E49C-4CFA-B5D9-F8B86B671F77}"/>
              </a:ext>
            </a:extLst>
          </p:cNvPr>
          <p:cNvSpPr/>
          <p:nvPr/>
        </p:nvSpPr>
        <p:spPr>
          <a:xfrm rot="20780835">
            <a:off x="1396732" y="3347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9" name="Star: 5 Points 198">
            <a:extLst>
              <a:ext uri="{FF2B5EF4-FFF2-40B4-BE49-F238E27FC236}">
                <a16:creationId xmlns:a16="http://schemas.microsoft.com/office/drawing/2014/main" id="{BD7CBFC0-1B6F-344C-0D8A-A07570BFDC9F}"/>
              </a:ext>
            </a:extLst>
          </p:cNvPr>
          <p:cNvSpPr/>
          <p:nvPr/>
        </p:nvSpPr>
        <p:spPr>
          <a:xfrm rot="20780835">
            <a:off x="1689786" y="2876182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0" name="Star: 5 Points 199">
            <a:extLst>
              <a:ext uri="{FF2B5EF4-FFF2-40B4-BE49-F238E27FC236}">
                <a16:creationId xmlns:a16="http://schemas.microsoft.com/office/drawing/2014/main" id="{C85317FA-5080-1091-C353-51EDC8B0AC87}"/>
              </a:ext>
            </a:extLst>
          </p:cNvPr>
          <p:cNvSpPr/>
          <p:nvPr/>
        </p:nvSpPr>
        <p:spPr>
          <a:xfrm rot="20780835">
            <a:off x="6998751" y="30188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1" name="Star: 5 Points 200">
            <a:extLst>
              <a:ext uri="{FF2B5EF4-FFF2-40B4-BE49-F238E27FC236}">
                <a16:creationId xmlns:a16="http://schemas.microsoft.com/office/drawing/2014/main" id="{2A41624A-0C7A-94C4-5657-4588E7CD68C2}"/>
              </a:ext>
            </a:extLst>
          </p:cNvPr>
          <p:cNvSpPr/>
          <p:nvPr/>
        </p:nvSpPr>
        <p:spPr>
          <a:xfrm rot="20780835">
            <a:off x="9972273" y="35999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2" name="Star: 5 Points 201">
            <a:extLst>
              <a:ext uri="{FF2B5EF4-FFF2-40B4-BE49-F238E27FC236}">
                <a16:creationId xmlns:a16="http://schemas.microsoft.com/office/drawing/2014/main" id="{8F02F80D-E38E-A27C-B5CE-F0BBD306FA64}"/>
              </a:ext>
            </a:extLst>
          </p:cNvPr>
          <p:cNvSpPr/>
          <p:nvPr/>
        </p:nvSpPr>
        <p:spPr>
          <a:xfrm rot="20780835">
            <a:off x="10265327" y="31287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3" name="Star: 5 Points 202">
            <a:extLst>
              <a:ext uri="{FF2B5EF4-FFF2-40B4-BE49-F238E27FC236}">
                <a16:creationId xmlns:a16="http://schemas.microsoft.com/office/drawing/2014/main" id="{C9043357-48E8-0817-F032-DDC2AEC65201}"/>
              </a:ext>
            </a:extLst>
          </p:cNvPr>
          <p:cNvSpPr/>
          <p:nvPr/>
        </p:nvSpPr>
        <p:spPr>
          <a:xfrm rot="20780835">
            <a:off x="10558381" y="26923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22B96FF5-3799-DCA6-9DDF-C5FCF205E499}"/>
              </a:ext>
            </a:extLst>
          </p:cNvPr>
          <p:cNvSpPr/>
          <p:nvPr/>
        </p:nvSpPr>
        <p:spPr>
          <a:xfrm rot="20780835">
            <a:off x="6417628" y="32733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1D48C4FC-0228-4E23-1A6C-CC3BE34D11AE}"/>
              </a:ext>
            </a:extLst>
          </p:cNvPr>
          <p:cNvSpPr/>
          <p:nvPr/>
        </p:nvSpPr>
        <p:spPr>
          <a:xfrm rot="20780835">
            <a:off x="6710682" y="28370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5A786D5D-9044-3B27-D709-D8D1EECC08D2}"/>
              </a:ext>
            </a:extLst>
          </p:cNvPr>
          <p:cNvSpPr/>
          <p:nvPr/>
        </p:nvSpPr>
        <p:spPr>
          <a:xfrm rot="20780835">
            <a:off x="8826721" y="284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722A753C-27CF-1353-7C28-B91F42AE160D}"/>
              </a:ext>
            </a:extLst>
          </p:cNvPr>
          <p:cNvSpPr/>
          <p:nvPr/>
        </p:nvSpPr>
        <p:spPr>
          <a:xfrm rot="20780835">
            <a:off x="11690324" y="33399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26E04C4B-507E-7E50-81E5-B645CB877C73}"/>
              </a:ext>
            </a:extLst>
          </p:cNvPr>
          <p:cNvSpPr/>
          <p:nvPr/>
        </p:nvSpPr>
        <p:spPr>
          <a:xfrm rot="20780835">
            <a:off x="11983378" y="28687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E14F25C2-0591-A5F6-23D1-D40B0CD15A69}"/>
              </a:ext>
            </a:extLst>
          </p:cNvPr>
          <p:cNvSpPr/>
          <p:nvPr/>
        </p:nvSpPr>
        <p:spPr>
          <a:xfrm rot="20780835">
            <a:off x="11109201" y="35944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0" name="Star: 5 Points 209">
            <a:extLst>
              <a:ext uri="{FF2B5EF4-FFF2-40B4-BE49-F238E27FC236}">
                <a16:creationId xmlns:a16="http://schemas.microsoft.com/office/drawing/2014/main" id="{D1F1ACCA-9CDC-9123-7798-F415856F07D5}"/>
              </a:ext>
            </a:extLst>
          </p:cNvPr>
          <p:cNvSpPr/>
          <p:nvPr/>
        </p:nvSpPr>
        <p:spPr>
          <a:xfrm rot="20780835">
            <a:off x="11402255" y="315808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48E3CA8C-5611-2353-F3DB-5F8FCF425008}"/>
              </a:ext>
            </a:extLst>
          </p:cNvPr>
          <p:cNvSpPr/>
          <p:nvPr/>
        </p:nvSpPr>
        <p:spPr>
          <a:xfrm rot="20780835">
            <a:off x="9833688" y="37717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2" name="Star: 5 Points 211">
            <a:extLst>
              <a:ext uri="{FF2B5EF4-FFF2-40B4-BE49-F238E27FC236}">
                <a16:creationId xmlns:a16="http://schemas.microsoft.com/office/drawing/2014/main" id="{F3CB48BB-53D1-D3B5-2B74-8E2EB89CCF4A}"/>
              </a:ext>
            </a:extLst>
          </p:cNvPr>
          <p:cNvSpPr/>
          <p:nvPr/>
        </p:nvSpPr>
        <p:spPr>
          <a:xfrm rot="20780835">
            <a:off x="7680037" y="3148145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3" name="Star: 5 Points 212">
            <a:extLst>
              <a:ext uri="{FF2B5EF4-FFF2-40B4-BE49-F238E27FC236}">
                <a16:creationId xmlns:a16="http://schemas.microsoft.com/office/drawing/2014/main" id="{B2BC42AF-F154-0071-B0EF-0E72395FA330}"/>
              </a:ext>
            </a:extLst>
          </p:cNvPr>
          <p:cNvSpPr/>
          <p:nvPr/>
        </p:nvSpPr>
        <p:spPr>
          <a:xfrm rot="20780835">
            <a:off x="14501258" y="358452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4" name="Star: 5 Points 213">
            <a:extLst>
              <a:ext uri="{FF2B5EF4-FFF2-40B4-BE49-F238E27FC236}">
                <a16:creationId xmlns:a16="http://schemas.microsoft.com/office/drawing/2014/main" id="{20E573D7-0D61-53C1-0B07-4007AF399952}"/>
              </a:ext>
            </a:extLst>
          </p:cNvPr>
          <p:cNvSpPr/>
          <p:nvPr/>
        </p:nvSpPr>
        <p:spPr>
          <a:xfrm rot="20780835">
            <a:off x="14794312" y="311327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5" name="Star: 5 Points 214">
            <a:extLst>
              <a:ext uri="{FF2B5EF4-FFF2-40B4-BE49-F238E27FC236}">
                <a16:creationId xmlns:a16="http://schemas.microsoft.com/office/drawing/2014/main" id="{C403AD7A-FEDC-7069-AAD2-F9F35531E843}"/>
              </a:ext>
            </a:extLst>
          </p:cNvPr>
          <p:cNvSpPr/>
          <p:nvPr/>
        </p:nvSpPr>
        <p:spPr>
          <a:xfrm rot="20780835">
            <a:off x="10653559" y="372920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6" name="Star: 5 Points 215">
            <a:extLst>
              <a:ext uri="{FF2B5EF4-FFF2-40B4-BE49-F238E27FC236}">
                <a16:creationId xmlns:a16="http://schemas.microsoft.com/office/drawing/2014/main" id="{5C113E4A-D8DE-4DB8-EEBA-FC09BA97222E}"/>
              </a:ext>
            </a:extLst>
          </p:cNvPr>
          <p:cNvSpPr/>
          <p:nvPr/>
        </p:nvSpPr>
        <p:spPr>
          <a:xfrm rot="20780835">
            <a:off x="10946613" y="32579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8A160CF1-A0D7-AF9E-7475-EAD865A37DA5}"/>
              </a:ext>
            </a:extLst>
          </p:cNvPr>
          <p:cNvSpPr/>
          <p:nvPr/>
        </p:nvSpPr>
        <p:spPr>
          <a:xfrm rot="20780835">
            <a:off x="6805860" y="3873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3147D573-7C49-63EC-B68F-B0499D9A1E3C}"/>
              </a:ext>
            </a:extLst>
          </p:cNvPr>
          <p:cNvSpPr/>
          <p:nvPr/>
        </p:nvSpPr>
        <p:spPr>
          <a:xfrm rot="20780835">
            <a:off x="7098914" y="34026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802E453E-6AAD-2F68-5B90-0F136CFD8DFD}"/>
              </a:ext>
            </a:extLst>
          </p:cNvPr>
          <p:cNvSpPr/>
          <p:nvPr/>
        </p:nvSpPr>
        <p:spPr>
          <a:xfrm rot="20780835">
            <a:off x="12407879" y="35453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0" name="Star: 5 Points 219">
            <a:extLst>
              <a:ext uri="{FF2B5EF4-FFF2-40B4-BE49-F238E27FC236}">
                <a16:creationId xmlns:a16="http://schemas.microsoft.com/office/drawing/2014/main" id="{619A8BEF-0E86-A908-FBE1-614ABDAAB1BD}"/>
              </a:ext>
            </a:extLst>
          </p:cNvPr>
          <p:cNvSpPr/>
          <p:nvPr/>
        </p:nvSpPr>
        <p:spPr>
          <a:xfrm rot="20780835">
            <a:off x="15381401" y="41264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1" name="Star: 5 Points 220">
            <a:extLst>
              <a:ext uri="{FF2B5EF4-FFF2-40B4-BE49-F238E27FC236}">
                <a16:creationId xmlns:a16="http://schemas.microsoft.com/office/drawing/2014/main" id="{2136F742-C025-6D1B-3846-68E9A7D85C9A}"/>
              </a:ext>
            </a:extLst>
          </p:cNvPr>
          <p:cNvSpPr/>
          <p:nvPr/>
        </p:nvSpPr>
        <p:spPr>
          <a:xfrm rot="20780835">
            <a:off x="15674455" y="36551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2" name="Star: 5 Points 221">
            <a:extLst>
              <a:ext uri="{FF2B5EF4-FFF2-40B4-BE49-F238E27FC236}">
                <a16:creationId xmlns:a16="http://schemas.microsoft.com/office/drawing/2014/main" id="{AEB5B05C-8C91-8F64-DF2C-12121F09D0FC}"/>
              </a:ext>
            </a:extLst>
          </p:cNvPr>
          <p:cNvSpPr/>
          <p:nvPr/>
        </p:nvSpPr>
        <p:spPr>
          <a:xfrm rot="20780835">
            <a:off x="15967509" y="32187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3" name="Star: 5 Points 222">
            <a:extLst>
              <a:ext uri="{FF2B5EF4-FFF2-40B4-BE49-F238E27FC236}">
                <a16:creationId xmlns:a16="http://schemas.microsoft.com/office/drawing/2014/main" id="{059AFCF5-E2E3-487A-0460-F3B8C3601BEF}"/>
              </a:ext>
            </a:extLst>
          </p:cNvPr>
          <p:cNvSpPr/>
          <p:nvPr/>
        </p:nvSpPr>
        <p:spPr>
          <a:xfrm rot="20780835">
            <a:off x="11826756" y="37998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4" name="Star: 5 Points 223">
            <a:extLst>
              <a:ext uri="{FF2B5EF4-FFF2-40B4-BE49-F238E27FC236}">
                <a16:creationId xmlns:a16="http://schemas.microsoft.com/office/drawing/2014/main" id="{FF8D359A-0AB8-2664-CAF2-34CF845A3D1A}"/>
              </a:ext>
            </a:extLst>
          </p:cNvPr>
          <p:cNvSpPr/>
          <p:nvPr/>
        </p:nvSpPr>
        <p:spPr>
          <a:xfrm rot="20780835">
            <a:off x="12119810" y="33634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5" name="Star: 5 Points 224">
            <a:extLst>
              <a:ext uri="{FF2B5EF4-FFF2-40B4-BE49-F238E27FC236}">
                <a16:creationId xmlns:a16="http://schemas.microsoft.com/office/drawing/2014/main" id="{5C3600D0-514A-07F8-68A1-3FF25A824F12}"/>
              </a:ext>
            </a:extLst>
          </p:cNvPr>
          <p:cNvSpPr/>
          <p:nvPr/>
        </p:nvSpPr>
        <p:spPr>
          <a:xfrm rot="20780835">
            <a:off x="14235849" y="33694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6" name="Star: 5 Points 225">
            <a:extLst>
              <a:ext uri="{FF2B5EF4-FFF2-40B4-BE49-F238E27FC236}">
                <a16:creationId xmlns:a16="http://schemas.microsoft.com/office/drawing/2014/main" id="{4D105DB1-CE10-F91B-90E3-E307D7547703}"/>
              </a:ext>
            </a:extLst>
          </p:cNvPr>
          <p:cNvSpPr/>
          <p:nvPr/>
        </p:nvSpPr>
        <p:spPr>
          <a:xfrm rot="20780835">
            <a:off x="17099452" y="38664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7" name="Star: 5 Points 226">
            <a:extLst>
              <a:ext uri="{FF2B5EF4-FFF2-40B4-BE49-F238E27FC236}">
                <a16:creationId xmlns:a16="http://schemas.microsoft.com/office/drawing/2014/main" id="{9836CCD7-CAA0-E525-A216-94ACEEB5A2CA}"/>
              </a:ext>
            </a:extLst>
          </p:cNvPr>
          <p:cNvSpPr/>
          <p:nvPr/>
        </p:nvSpPr>
        <p:spPr>
          <a:xfrm rot="20780835">
            <a:off x="17392506" y="3395176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8" name="Star: 5 Points 227">
            <a:extLst>
              <a:ext uri="{FF2B5EF4-FFF2-40B4-BE49-F238E27FC236}">
                <a16:creationId xmlns:a16="http://schemas.microsoft.com/office/drawing/2014/main" id="{A5DB085B-88DC-728E-CDC0-05E0479ADF15}"/>
              </a:ext>
            </a:extLst>
          </p:cNvPr>
          <p:cNvSpPr/>
          <p:nvPr/>
        </p:nvSpPr>
        <p:spPr>
          <a:xfrm rot="20780835">
            <a:off x="16518329" y="41209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9" name="Star: 5 Points 228">
            <a:extLst>
              <a:ext uri="{FF2B5EF4-FFF2-40B4-BE49-F238E27FC236}">
                <a16:creationId xmlns:a16="http://schemas.microsoft.com/office/drawing/2014/main" id="{D6322F19-81D1-43E8-82F0-0F78A1C81335}"/>
              </a:ext>
            </a:extLst>
          </p:cNvPr>
          <p:cNvSpPr/>
          <p:nvPr/>
        </p:nvSpPr>
        <p:spPr>
          <a:xfrm rot="20780835">
            <a:off x="16811383" y="368453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0" name="Star: 5 Points 229">
            <a:extLst>
              <a:ext uri="{FF2B5EF4-FFF2-40B4-BE49-F238E27FC236}">
                <a16:creationId xmlns:a16="http://schemas.microsoft.com/office/drawing/2014/main" id="{5AE0FF01-AF19-089D-93EA-25C3A8F31B94}"/>
              </a:ext>
            </a:extLst>
          </p:cNvPr>
          <p:cNvSpPr/>
          <p:nvPr/>
        </p:nvSpPr>
        <p:spPr>
          <a:xfrm rot="20780835">
            <a:off x="4312218" y="87763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1" name="Star: 5 Points 230">
            <a:extLst>
              <a:ext uri="{FF2B5EF4-FFF2-40B4-BE49-F238E27FC236}">
                <a16:creationId xmlns:a16="http://schemas.microsoft.com/office/drawing/2014/main" id="{12E63984-918E-AA3E-3DB1-721F18EF7BC9}"/>
              </a:ext>
            </a:extLst>
          </p:cNvPr>
          <p:cNvSpPr/>
          <p:nvPr/>
        </p:nvSpPr>
        <p:spPr>
          <a:xfrm rot="20780835">
            <a:off x="2158567" y="81526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2" name="Star: 5 Points 231">
            <a:extLst>
              <a:ext uri="{FF2B5EF4-FFF2-40B4-BE49-F238E27FC236}">
                <a16:creationId xmlns:a16="http://schemas.microsoft.com/office/drawing/2014/main" id="{13AF0B72-A2FD-930A-27B9-F0B3907B567F}"/>
              </a:ext>
            </a:extLst>
          </p:cNvPr>
          <p:cNvSpPr/>
          <p:nvPr/>
        </p:nvSpPr>
        <p:spPr>
          <a:xfrm rot="20780835">
            <a:off x="8979788" y="85890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3" name="Star: 5 Points 232">
            <a:extLst>
              <a:ext uri="{FF2B5EF4-FFF2-40B4-BE49-F238E27FC236}">
                <a16:creationId xmlns:a16="http://schemas.microsoft.com/office/drawing/2014/main" id="{C3641D88-274F-7131-48CC-3A5DD5C58A47}"/>
              </a:ext>
            </a:extLst>
          </p:cNvPr>
          <p:cNvSpPr/>
          <p:nvPr/>
        </p:nvSpPr>
        <p:spPr>
          <a:xfrm rot="20780835">
            <a:off x="9272842" y="8117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4" name="Star: 5 Points 233">
            <a:extLst>
              <a:ext uri="{FF2B5EF4-FFF2-40B4-BE49-F238E27FC236}">
                <a16:creationId xmlns:a16="http://schemas.microsoft.com/office/drawing/2014/main" id="{76CB9D8B-78A3-2C96-BADD-E975B3961948}"/>
              </a:ext>
            </a:extLst>
          </p:cNvPr>
          <p:cNvSpPr/>
          <p:nvPr/>
        </p:nvSpPr>
        <p:spPr>
          <a:xfrm rot="20780835">
            <a:off x="5132089" y="87337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5" name="Star: 5 Points 234">
            <a:extLst>
              <a:ext uri="{FF2B5EF4-FFF2-40B4-BE49-F238E27FC236}">
                <a16:creationId xmlns:a16="http://schemas.microsoft.com/office/drawing/2014/main" id="{20F964B4-E1C4-C202-C4B1-F94DEAC54333}"/>
              </a:ext>
            </a:extLst>
          </p:cNvPr>
          <p:cNvSpPr/>
          <p:nvPr/>
        </p:nvSpPr>
        <p:spPr>
          <a:xfrm rot="20780835">
            <a:off x="5425143" y="82625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6" name="Star: 5 Points 235">
            <a:extLst>
              <a:ext uri="{FF2B5EF4-FFF2-40B4-BE49-F238E27FC236}">
                <a16:creationId xmlns:a16="http://schemas.microsoft.com/office/drawing/2014/main" id="{5499A35E-63BD-4CF1-19A8-92F905D1859B}"/>
              </a:ext>
            </a:extLst>
          </p:cNvPr>
          <p:cNvSpPr/>
          <p:nvPr/>
        </p:nvSpPr>
        <p:spPr>
          <a:xfrm rot="20780835">
            <a:off x="1284390" y="8878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7" name="Star: 5 Points 236">
            <a:extLst>
              <a:ext uri="{FF2B5EF4-FFF2-40B4-BE49-F238E27FC236}">
                <a16:creationId xmlns:a16="http://schemas.microsoft.com/office/drawing/2014/main" id="{A7DE2B0B-8625-2471-02C1-689625048F6B}"/>
              </a:ext>
            </a:extLst>
          </p:cNvPr>
          <p:cNvSpPr/>
          <p:nvPr/>
        </p:nvSpPr>
        <p:spPr>
          <a:xfrm rot="20780835">
            <a:off x="1573648" y="8375475"/>
            <a:ext cx="261514" cy="10035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8" name="Star: 5 Points 237">
            <a:extLst>
              <a:ext uri="{FF2B5EF4-FFF2-40B4-BE49-F238E27FC236}">
                <a16:creationId xmlns:a16="http://schemas.microsoft.com/office/drawing/2014/main" id="{B49DBAB3-4B51-4D70-7E44-9E6DA9A6AC4C}"/>
              </a:ext>
            </a:extLst>
          </p:cNvPr>
          <p:cNvSpPr/>
          <p:nvPr/>
        </p:nvSpPr>
        <p:spPr>
          <a:xfrm rot="20780835">
            <a:off x="6886409" y="8549899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9" name="Star: 5 Points 238">
            <a:extLst>
              <a:ext uri="{FF2B5EF4-FFF2-40B4-BE49-F238E27FC236}">
                <a16:creationId xmlns:a16="http://schemas.microsoft.com/office/drawing/2014/main" id="{2ACCAB3A-CE18-D913-7184-06B2338DAC50}"/>
              </a:ext>
            </a:extLst>
          </p:cNvPr>
          <p:cNvSpPr/>
          <p:nvPr/>
        </p:nvSpPr>
        <p:spPr>
          <a:xfrm rot="20780835">
            <a:off x="9859931" y="91309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0" name="Star: 5 Points 239">
            <a:extLst>
              <a:ext uri="{FF2B5EF4-FFF2-40B4-BE49-F238E27FC236}">
                <a16:creationId xmlns:a16="http://schemas.microsoft.com/office/drawing/2014/main" id="{57FDD019-9788-C4DA-579B-1FBFD1E8BFB4}"/>
              </a:ext>
            </a:extLst>
          </p:cNvPr>
          <p:cNvSpPr/>
          <p:nvPr/>
        </p:nvSpPr>
        <p:spPr>
          <a:xfrm rot="20780835">
            <a:off x="10152985" y="8659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1" name="Star: 5 Points 240">
            <a:extLst>
              <a:ext uri="{FF2B5EF4-FFF2-40B4-BE49-F238E27FC236}">
                <a16:creationId xmlns:a16="http://schemas.microsoft.com/office/drawing/2014/main" id="{E206895E-DE71-D1E1-D758-BE6AFDDAECDA}"/>
              </a:ext>
            </a:extLst>
          </p:cNvPr>
          <p:cNvSpPr/>
          <p:nvPr/>
        </p:nvSpPr>
        <p:spPr>
          <a:xfrm rot="20780835">
            <a:off x="10446039" y="8223330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2" name="Star: 5 Points 241">
            <a:extLst>
              <a:ext uri="{FF2B5EF4-FFF2-40B4-BE49-F238E27FC236}">
                <a16:creationId xmlns:a16="http://schemas.microsoft.com/office/drawing/2014/main" id="{CDFA9D83-BD78-FBFA-8D2D-B757F2EAA9F7}"/>
              </a:ext>
            </a:extLst>
          </p:cNvPr>
          <p:cNvSpPr/>
          <p:nvPr/>
        </p:nvSpPr>
        <p:spPr>
          <a:xfrm rot="20780835">
            <a:off x="6305286" y="8804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3" name="Star: 5 Points 242">
            <a:extLst>
              <a:ext uri="{FF2B5EF4-FFF2-40B4-BE49-F238E27FC236}">
                <a16:creationId xmlns:a16="http://schemas.microsoft.com/office/drawing/2014/main" id="{1CFF29A5-0886-C174-5348-5243AE691757}"/>
              </a:ext>
            </a:extLst>
          </p:cNvPr>
          <p:cNvSpPr/>
          <p:nvPr/>
        </p:nvSpPr>
        <p:spPr>
          <a:xfrm rot="20780835">
            <a:off x="6598340" y="83680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4" name="Star: 5 Points 243">
            <a:extLst>
              <a:ext uri="{FF2B5EF4-FFF2-40B4-BE49-F238E27FC236}">
                <a16:creationId xmlns:a16="http://schemas.microsoft.com/office/drawing/2014/main" id="{49D83647-E52A-0765-3559-A3821C3B2C26}"/>
              </a:ext>
            </a:extLst>
          </p:cNvPr>
          <p:cNvSpPr/>
          <p:nvPr/>
        </p:nvSpPr>
        <p:spPr>
          <a:xfrm rot="20780835">
            <a:off x="8714379" y="83739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5" name="Star: 5 Points 244">
            <a:extLst>
              <a:ext uri="{FF2B5EF4-FFF2-40B4-BE49-F238E27FC236}">
                <a16:creationId xmlns:a16="http://schemas.microsoft.com/office/drawing/2014/main" id="{21594789-7A58-D8BA-920B-7D2FB4E9C9EB}"/>
              </a:ext>
            </a:extLst>
          </p:cNvPr>
          <p:cNvSpPr/>
          <p:nvPr/>
        </p:nvSpPr>
        <p:spPr>
          <a:xfrm rot="20780835">
            <a:off x="11577982" y="88709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6" name="Star: 5 Points 245">
            <a:extLst>
              <a:ext uri="{FF2B5EF4-FFF2-40B4-BE49-F238E27FC236}">
                <a16:creationId xmlns:a16="http://schemas.microsoft.com/office/drawing/2014/main" id="{98D5A6FE-1ED4-EBB5-073F-9406918F0337}"/>
              </a:ext>
            </a:extLst>
          </p:cNvPr>
          <p:cNvSpPr/>
          <p:nvPr/>
        </p:nvSpPr>
        <p:spPr>
          <a:xfrm rot="20780835">
            <a:off x="11871036" y="83997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7" name="Star: 5 Points 246">
            <a:extLst>
              <a:ext uri="{FF2B5EF4-FFF2-40B4-BE49-F238E27FC236}">
                <a16:creationId xmlns:a16="http://schemas.microsoft.com/office/drawing/2014/main" id="{2E2A0665-5163-8BB0-A7C1-B55C4D4006F9}"/>
              </a:ext>
            </a:extLst>
          </p:cNvPr>
          <p:cNvSpPr/>
          <p:nvPr/>
        </p:nvSpPr>
        <p:spPr>
          <a:xfrm rot="20780835">
            <a:off x="10996859" y="9125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8" name="Star: 5 Points 247">
            <a:extLst>
              <a:ext uri="{FF2B5EF4-FFF2-40B4-BE49-F238E27FC236}">
                <a16:creationId xmlns:a16="http://schemas.microsoft.com/office/drawing/2014/main" id="{509E4EF7-466B-CAE0-D1EE-44C55F1AEBA2}"/>
              </a:ext>
            </a:extLst>
          </p:cNvPr>
          <p:cNvSpPr/>
          <p:nvPr/>
        </p:nvSpPr>
        <p:spPr>
          <a:xfrm rot="20780835">
            <a:off x="11289913" y="868908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9" name="Star: 5 Points 248">
            <a:extLst>
              <a:ext uri="{FF2B5EF4-FFF2-40B4-BE49-F238E27FC236}">
                <a16:creationId xmlns:a16="http://schemas.microsoft.com/office/drawing/2014/main" id="{143F3CB7-E7C1-1242-4804-81E61B86D2AB}"/>
              </a:ext>
            </a:extLst>
          </p:cNvPr>
          <p:cNvSpPr/>
          <p:nvPr/>
        </p:nvSpPr>
        <p:spPr>
          <a:xfrm rot="20780835">
            <a:off x="3413975" y="8525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0" name="Star: 5 Points 249">
            <a:extLst>
              <a:ext uri="{FF2B5EF4-FFF2-40B4-BE49-F238E27FC236}">
                <a16:creationId xmlns:a16="http://schemas.microsoft.com/office/drawing/2014/main" id="{9D5AC75C-433F-41E3-4DC9-06DADD9DCC1D}"/>
              </a:ext>
            </a:extLst>
          </p:cNvPr>
          <p:cNvSpPr/>
          <p:nvPr/>
        </p:nvSpPr>
        <p:spPr>
          <a:xfrm rot="20780835">
            <a:off x="3707029" y="80891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1" name="Star: 5 Points 250">
            <a:extLst>
              <a:ext uri="{FF2B5EF4-FFF2-40B4-BE49-F238E27FC236}">
                <a16:creationId xmlns:a16="http://schemas.microsoft.com/office/drawing/2014/main" id="{C314BC98-2BA1-8ED5-FA8A-070C40A04C4C}"/>
              </a:ext>
            </a:extLst>
          </p:cNvPr>
          <p:cNvSpPr/>
          <p:nvPr/>
        </p:nvSpPr>
        <p:spPr>
          <a:xfrm rot="20780835">
            <a:off x="4526900" y="80465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2" name="Star: 5 Points 251">
            <a:extLst>
              <a:ext uri="{FF2B5EF4-FFF2-40B4-BE49-F238E27FC236}">
                <a16:creationId xmlns:a16="http://schemas.microsoft.com/office/drawing/2014/main" id="{41859B0B-212A-7951-E041-3A47EB8DE992}"/>
              </a:ext>
            </a:extLst>
          </p:cNvPr>
          <p:cNvSpPr/>
          <p:nvPr/>
        </p:nvSpPr>
        <p:spPr>
          <a:xfrm rot="20780835">
            <a:off x="6880051" y="80234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92D050"/>
              </a:solidFill>
            </a:endParaRPr>
          </a:p>
        </p:txBody>
      </p:sp>
      <p:sp>
        <p:nvSpPr>
          <p:cNvPr id="253" name="Star: 5 Points 252">
            <a:extLst>
              <a:ext uri="{FF2B5EF4-FFF2-40B4-BE49-F238E27FC236}">
                <a16:creationId xmlns:a16="http://schemas.microsoft.com/office/drawing/2014/main" id="{C9064421-9834-58E6-AB07-7D7101874BD8}"/>
              </a:ext>
            </a:extLst>
          </p:cNvPr>
          <p:cNvSpPr/>
          <p:nvPr/>
        </p:nvSpPr>
        <p:spPr>
          <a:xfrm rot="20780835">
            <a:off x="10146627" y="81333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4" name="Star: 5 Points 253">
            <a:extLst>
              <a:ext uri="{FF2B5EF4-FFF2-40B4-BE49-F238E27FC236}">
                <a16:creationId xmlns:a16="http://schemas.microsoft.com/office/drawing/2014/main" id="{813FF717-960D-E222-1054-C1A8EBAD717C}"/>
              </a:ext>
            </a:extLst>
          </p:cNvPr>
          <p:cNvSpPr/>
          <p:nvPr/>
        </p:nvSpPr>
        <p:spPr>
          <a:xfrm rot="20780835">
            <a:off x="6298928" y="827799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5" name="Star: 5 Points 254">
            <a:extLst>
              <a:ext uri="{FF2B5EF4-FFF2-40B4-BE49-F238E27FC236}">
                <a16:creationId xmlns:a16="http://schemas.microsoft.com/office/drawing/2014/main" id="{8D391EB7-A193-46D4-C806-7E3BCBE06228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6" name="Star: 5 Points 255">
            <a:extLst>
              <a:ext uri="{FF2B5EF4-FFF2-40B4-BE49-F238E27FC236}">
                <a16:creationId xmlns:a16="http://schemas.microsoft.com/office/drawing/2014/main" id="{1D8265E4-1B10-99D9-2F4C-F719626F495D}"/>
              </a:ext>
            </a:extLst>
          </p:cNvPr>
          <p:cNvSpPr/>
          <p:nvPr/>
        </p:nvSpPr>
        <p:spPr>
          <a:xfrm rot="20780835">
            <a:off x="9425242" y="827022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7" name="Star: 5 Points 256">
            <a:extLst>
              <a:ext uri="{FF2B5EF4-FFF2-40B4-BE49-F238E27FC236}">
                <a16:creationId xmlns:a16="http://schemas.microsoft.com/office/drawing/2014/main" id="{5A232A15-F644-EBF2-5F05-EC1D5D1279E5}"/>
              </a:ext>
            </a:extLst>
          </p:cNvPr>
          <p:cNvSpPr/>
          <p:nvPr/>
        </p:nvSpPr>
        <p:spPr>
          <a:xfrm rot="20780835">
            <a:off x="4938633" y="8912469"/>
            <a:ext cx="253942" cy="123560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8" name="Star: 5 Points 257">
            <a:extLst>
              <a:ext uri="{FF2B5EF4-FFF2-40B4-BE49-F238E27FC236}">
                <a16:creationId xmlns:a16="http://schemas.microsoft.com/office/drawing/2014/main" id="{8C6841C6-1D8E-4CED-F3B0-A7882555DDF2}"/>
              </a:ext>
            </a:extLst>
          </p:cNvPr>
          <p:cNvSpPr/>
          <p:nvPr/>
        </p:nvSpPr>
        <p:spPr>
          <a:xfrm rot="20780835">
            <a:off x="10598439" y="8375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9" name="Star: 5 Points 258">
            <a:extLst>
              <a:ext uri="{FF2B5EF4-FFF2-40B4-BE49-F238E27FC236}">
                <a16:creationId xmlns:a16="http://schemas.microsoft.com/office/drawing/2014/main" id="{B4C2B1B9-1387-FD02-78F1-544219E41CA9}"/>
              </a:ext>
            </a:extLst>
          </p:cNvPr>
          <p:cNvSpPr/>
          <p:nvPr/>
        </p:nvSpPr>
        <p:spPr>
          <a:xfrm rot="20780835">
            <a:off x="6750740" y="85204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0" name="Star: 5 Points 259">
            <a:extLst>
              <a:ext uri="{FF2B5EF4-FFF2-40B4-BE49-F238E27FC236}">
                <a16:creationId xmlns:a16="http://schemas.microsoft.com/office/drawing/2014/main" id="{B7376D5E-2273-6224-00F7-D905AD5D78DB}"/>
              </a:ext>
            </a:extLst>
          </p:cNvPr>
          <p:cNvSpPr/>
          <p:nvPr/>
        </p:nvSpPr>
        <p:spPr>
          <a:xfrm rot="20780835">
            <a:off x="8866779" y="8526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1" name="Star: 5 Points 260">
            <a:extLst>
              <a:ext uri="{FF2B5EF4-FFF2-40B4-BE49-F238E27FC236}">
                <a16:creationId xmlns:a16="http://schemas.microsoft.com/office/drawing/2014/main" id="{16A744D4-6DF1-460F-3915-7129037210DA}"/>
              </a:ext>
            </a:extLst>
          </p:cNvPr>
          <p:cNvSpPr/>
          <p:nvPr/>
        </p:nvSpPr>
        <p:spPr>
          <a:xfrm rot="20780835">
            <a:off x="13841450" y="9484078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2" name="Star: 5 Points 261">
            <a:extLst>
              <a:ext uri="{FF2B5EF4-FFF2-40B4-BE49-F238E27FC236}">
                <a16:creationId xmlns:a16="http://schemas.microsoft.com/office/drawing/2014/main" id="{D3B61065-DEC7-81BF-A5C8-8C33BC070FA4}"/>
              </a:ext>
            </a:extLst>
          </p:cNvPr>
          <p:cNvSpPr/>
          <p:nvPr/>
        </p:nvSpPr>
        <p:spPr>
          <a:xfrm rot="20780835">
            <a:off x="13993850" y="96364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4" name="Star: 5 Points 263">
            <a:extLst>
              <a:ext uri="{FF2B5EF4-FFF2-40B4-BE49-F238E27FC236}">
                <a16:creationId xmlns:a16="http://schemas.microsoft.com/office/drawing/2014/main" id="{026FE205-B427-1D34-032D-AC205907B497}"/>
              </a:ext>
            </a:extLst>
          </p:cNvPr>
          <p:cNvSpPr/>
          <p:nvPr/>
        </p:nvSpPr>
        <p:spPr>
          <a:xfrm rot="20780835">
            <a:off x="15254283" y="8533059"/>
            <a:ext cx="164900" cy="13783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5" name="Star: 5 Points 264">
            <a:extLst>
              <a:ext uri="{FF2B5EF4-FFF2-40B4-BE49-F238E27FC236}">
                <a16:creationId xmlns:a16="http://schemas.microsoft.com/office/drawing/2014/main" id="{02185A8D-F08C-D315-30F5-28F69EAC06AE}"/>
              </a:ext>
            </a:extLst>
          </p:cNvPr>
          <p:cNvSpPr/>
          <p:nvPr/>
        </p:nvSpPr>
        <p:spPr>
          <a:xfrm rot="20780835">
            <a:off x="15032364" y="9264205"/>
            <a:ext cx="164900" cy="13566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6" name="Star: 5 Points 265">
            <a:extLst>
              <a:ext uri="{FF2B5EF4-FFF2-40B4-BE49-F238E27FC236}">
                <a16:creationId xmlns:a16="http://schemas.microsoft.com/office/drawing/2014/main" id="{64295394-8FC7-4CA9-0FB3-6E492FC500DE}"/>
              </a:ext>
            </a:extLst>
          </p:cNvPr>
          <p:cNvSpPr/>
          <p:nvPr/>
        </p:nvSpPr>
        <p:spPr>
          <a:xfrm rot="20780835">
            <a:off x="16465693" y="8352043"/>
            <a:ext cx="94154" cy="45719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7" name="Star: 5 Points 266">
            <a:extLst>
              <a:ext uri="{FF2B5EF4-FFF2-40B4-BE49-F238E27FC236}">
                <a16:creationId xmlns:a16="http://schemas.microsoft.com/office/drawing/2014/main" id="{0BC2DCC2-1B37-050A-928E-7336524F13DE}"/>
              </a:ext>
            </a:extLst>
          </p:cNvPr>
          <p:cNvSpPr/>
          <p:nvPr/>
        </p:nvSpPr>
        <p:spPr>
          <a:xfrm rot="20780835">
            <a:off x="17737643" y="70586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8" name="Star: 5 Points 267">
            <a:extLst>
              <a:ext uri="{FF2B5EF4-FFF2-40B4-BE49-F238E27FC236}">
                <a16:creationId xmlns:a16="http://schemas.microsoft.com/office/drawing/2014/main" id="{57CCD597-EFEA-939D-0417-60D44520ECE9}"/>
              </a:ext>
            </a:extLst>
          </p:cNvPr>
          <p:cNvSpPr/>
          <p:nvPr/>
        </p:nvSpPr>
        <p:spPr>
          <a:xfrm rot="20780835">
            <a:off x="15857029" y="91434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9" name="Star: 5 Points 268">
            <a:extLst>
              <a:ext uri="{FF2B5EF4-FFF2-40B4-BE49-F238E27FC236}">
                <a16:creationId xmlns:a16="http://schemas.microsoft.com/office/drawing/2014/main" id="{66B4C833-018D-793B-E954-768DA6218AF3}"/>
              </a:ext>
            </a:extLst>
          </p:cNvPr>
          <p:cNvSpPr/>
          <p:nvPr/>
        </p:nvSpPr>
        <p:spPr>
          <a:xfrm rot="20780835">
            <a:off x="16009429" y="92958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0" name="Star: 5 Points 269">
            <a:extLst>
              <a:ext uri="{FF2B5EF4-FFF2-40B4-BE49-F238E27FC236}">
                <a16:creationId xmlns:a16="http://schemas.microsoft.com/office/drawing/2014/main" id="{268AAE8F-059A-26A3-BFA5-A0E14B0D4628}"/>
              </a:ext>
            </a:extLst>
          </p:cNvPr>
          <p:cNvSpPr/>
          <p:nvPr/>
        </p:nvSpPr>
        <p:spPr>
          <a:xfrm rot="20780835">
            <a:off x="17745701" y="87861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1" name="Star: 5 Points 270">
            <a:extLst>
              <a:ext uri="{FF2B5EF4-FFF2-40B4-BE49-F238E27FC236}">
                <a16:creationId xmlns:a16="http://schemas.microsoft.com/office/drawing/2014/main" id="{7EB4873F-9C7F-2156-50CD-E299E56E75AB}"/>
              </a:ext>
            </a:extLst>
          </p:cNvPr>
          <p:cNvSpPr/>
          <p:nvPr/>
        </p:nvSpPr>
        <p:spPr>
          <a:xfrm rot="20780835">
            <a:off x="16314229" y="9600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2" name="Star: 5 Points 271">
            <a:extLst>
              <a:ext uri="{FF2B5EF4-FFF2-40B4-BE49-F238E27FC236}">
                <a16:creationId xmlns:a16="http://schemas.microsoft.com/office/drawing/2014/main" id="{ECF17A69-8331-D018-136E-2E0D3680E6A2}"/>
              </a:ext>
            </a:extLst>
          </p:cNvPr>
          <p:cNvSpPr/>
          <p:nvPr/>
        </p:nvSpPr>
        <p:spPr>
          <a:xfrm rot="20780835">
            <a:off x="16466629" y="97530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7" name="Star: 5 Points 276">
            <a:extLst>
              <a:ext uri="{FF2B5EF4-FFF2-40B4-BE49-F238E27FC236}">
                <a16:creationId xmlns:a16="http://schemas.microsoft.com/office/drawing/2014/main" id="{363AD141-60D4-651E-C1A3-66D6C7B473DD}"/>
              </a:ext>
            </a:extLst>
          </p:cNvPr>
          <p:cNvSpPr/>
          <p:nvPr/>
        </p:nvSpPr>
        <p:spPr>
          <a:xfrm rot="20780835">
            <a:off x="8128793" y="210182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8" name="Star: 5 Points 277">
            <a:extLst>
              <a:ext uri="{FF2B5EF4-FFF2-40B4-BE49-F238E27FC236}">
                <a16:creationId xmlns:a16="http://schemas.microsoft.com/office/drawing/2014/main" id="{C92533A4-D6AC-8143-1D26-DCA7BBB74D57}"/>
              </a:ext>
            </a:extLst>
          </p:cNvPr>
          <p:cNvSpPr/>
          <p:nvPr/>
        </p:nvSpPr>
        <p:spPr>
          <a:xfrm rot="20780835">
            <a:off x="2407831" y="33690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279" name="Star: 5 Points 278">
            <a:extLst>
              <a:ext uri="{FF2B5EF4-FFF2-40B4-BE49-F238E27FC236}">
                <a16:creationId xmlns:a16="http://schemas.microsoft.com/office/drawing/2014/main" id="{772C6E22-D191-2F3F-E1DC-290F20514344}"/>
              </a:ext>
            </a:extLst>
          </p:cNvPr>
          <p:cNvSpPr/>
          <p:nvPr/>
        </p:nvSpPr>
        <p:spPr>
          <a:xfrm rot="20780835">
            <a:off x="1940694" y="54513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0" name="Star: 5 Points 279">
            <a:extLst>
              <a:ext uri="{FF2B5EF4-FFF2-40B4-BE49-F238E27FC236}">
                <a16:creationId xmlns:a16="http://schemas.microsoft.com/office/drawing/2014/main" id="{691AA2C0-AB1B-9F31-E8FB-55FAC99E84F9}"/>
              </a:ext>
            </a:extLst>
          </p:cNvPr>
          <p:cNvSpPr/>
          <p:nvPr/>
        </p:nvSpPr>
        <p:spPr>
          <a:xfrm rot="20780835">
            <a:off x="2790418" y="5128707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7B5E7895-47B2-23D1-ABB9-F4A8BB01B91F}"/>
              </a:ext>
            </a:extLst>
          </p:cNvPr>
          <p:cNvSpPr/>
          <p:nvPr/>
        </p:nvSpPr>
        <p:spPr>
          <a:xfrm rot="20780835">
            <a:off x="1533654" y="4094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2" name="Star: 5 Points 281">
            <a:extLst>
              <a:ext uri="{FF2B5EF4-FFF2-40B4-BE49-F238E27FC236}">
                <a16:creationId xmlns:a16="http://schemas.microsoft.com/office/drawing/2014/main" id="{04ADC951-FF18-3CB8-BA16-8241E59F714B}"/>
              </a:ext>
            </a:extLst>
          </p:cNvPr>
          <p:cNvSpPr/>
          <p:nvPr/>
        </p:nvSpPr>
        <p:spPr>
          <a:xfrm rot="20780835">
            <a:off x="1826708" y="36235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3" name="Star: 5 Points 282">
            <a:extLst>
              <a:ext uri="{FF2B5EF4-FFF2-40B4-BE49-F238E27FC236}">
                <a16:creationId xmlns:a16="http://schemas.microsoft.com/office/drawing/2014/main" id="{097F37DC-ECB2-BEEE-A613-A259FD6198A0}"/>
              </a:ext>
            </a:extLst>
          </p:cNvPr>
          <p:cNvSpPr/>
          <p:nvPr/>
        </p:nvSpPr>
        <p:spPr>
          <a:xfrm rot="20780835">
            <a:off x="2270909" y="44873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4" name="Star: 5 Points 283">
            <a:extLst>
              <a:ext uri="{FF2B5EF4-FFF2-40B4-BE49-F238E27FC236}">
                <a16:creationId xmlns:a16="http://schemas.microsoft.com/office/drawing/2014/main" id="{B42DFABB-4FB4-F609-EA62-66C01B75E4FB}"/>
              </a:ext>
            </a:extLst>
          </p:cNvPr>
          <p:cNvSpPr/>
          <p:nvPr/>
        </p:nvSpPr>
        <p:spPr>
          <a:xfrm rot="20780835">
            <a:off x="1689786" y="474182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5" name="Star: 5 Points 284">
            <a:extLst>
              <a:ext uri="{FF2B5EF4-FFF2-40B4-BE49-F238E27FC236}">
                <a16:creationId xmlns:a16="http://schemas.microsoft.com/office/drawing/2014/main" id="{FA935FA1-624C-F137-AD0A-8BA6BB87AB06}"/>
              </a:ext>
            </a:extLst>
          </p:cNvPr>
          <p:cNvSpPr/>
          <p:nvPr/>
        </p:nvSpPr>
        <p:spPr>
          <a:xfrm rot="20780835">
            <a:off x="4260255" y="33066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6" name="Star: 5 Points 285">
            <a:extLst>
              <a:ext uri="{FF2B5EF4-FFF2-40B4-BE49-F238E27FC236}">
                <a16:creationId xmlns:a16="http://schemas.microsoft.com/office/drawing/2014/main" id="{958B56B1-49D2-069E-0FFF-F07705CD36B3}"/>
              </a:ext>
            </a:extLst>
          </p:cNvPr>
          <p:cNvSpPr/>
          <p:nvPr/>
        </p:nvSpPr>
        <p:spPr>
          <a:xfrm rot="20780835">
            <a:off x="4349788" y="55374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7" name="Star: 5 Points 286">
            <a:extLst>
              <a:ext uri="{FF2B5EF4-FFF2-40B4-BE49-F238E27FC236}">
                <a16:creationId xmlns:a16="http://schemas.microsoft.com/office/drawing/2014/main" id="{9F60454A-45E0-8C9D-158A-22DA2F66CB31}"/>
              </a:ext>
            </a:extLst>
          </p:cNvPr>
          <p:cNvSpPr/>
          <p:nvPr/>
        </p:nvSpPr>
        <p:spPr>
          <a:xfrm rot="20780835">
            <a:off x="4537382" y="4994989"/>
            <a:ext cx="261832" cy="16362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8" name="Star: 5 Points 287">
            <a:extLst>
              <a:ext uri="{FF2B5EF4-FFF2-40B4-BE49-F238E27FC236}">
                <a16:creationId xmlns:a16="http://schemas.microsoft.com/office/drawing/2014/main" id="{617A0D91-1498-E9E3-0462-85AB3850CFC7}"/>
              </a:ext>
            </a:extLst>
          </p:cNvPr>
          <p:cNvSpPr/>
          <p:nvPr/>
        </p:nvSpPr>
        <p:spPr>
          <a:xfrm rot="20780835">
            <a:off x="3386078" y="40323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9" name="Star: 5 Points 288">
            <a:extLst>
              <a:ext uri="{FF2B5EF4-FFF2-40B4-BE49-F238E27FC236}">
                <a16:creationId xmlns:a16="http://schemas.microsoft.com/office/drawing/2014/main" id="{81DFB749-E112-6709-821C-3DF590076A27}"/>
              </a:ext>
            </a:extLst>
          </p:cNvPr>
          <p:cNvSpPr/>
          <p:nvPr/>
        </p:nvSpPr>
        <p:spPr>
          <a:xfrm rot="20780835">
            <a:off x="3679132" y="35611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0" name="Star: 5 Points 289">
            <a:extLst>
              <a:ext uri="{FF2B5EF4-FFF2-40B4-BE49-F238E27FC236}">
                <a16:creationId xmlns:a16="http://schemas.microsoft.com/office/drawing/2014/main" id="{471FC793-F4D1-9CCA-1BB1-3C5921FF5232}"/>
              </a:ext>
            </a:extLst>
          </p:cNvPr>
          <p:cNvSpPr/>
          <p:nvPr/>
        </p:nvSpPr>
        <p:spPr>
          <a:xfrm rot="20780835">
            <a:off x="4123333" y="44248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1" name="Star: 5 Points 290">
            <a:extLst>
              <a:ext uri="{FF2B5EF4-FFF2-40B4-BE49-F238E27FC236}">
                <a16:creationId xmlns:a16="http://schemas.microsoft.com/office/drawing/2014/main" id="{2B43EA5D-C23E-2C69-1901-F53E49B87E45}"/>
              </a:ext>
            </a:extLst>
          </p:cNvPr>
          <p:cNvSpPr/>
          <p:nvPr/>
        </p:nvSpPr>
        <p:spPr>
          <a:xfrm rot="20780835">
            <a:off x="3542210" y="46793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2" name="Star: 5 Points 291">
            <a:extLst>
              <a:ext uri="{FF2B5EF4-FFF2-40B4-BE49-F238E27FC236}">
                <a16:creationId xmlns:a16="http://schemas.microsoft.com/office/drawing/2014/main" id="{8902E34B-B7D9-52BB-CCDA-6F4A8EC81E84}"/>
              </a:ext>
            </a:extLst>
          </p:cNvPr>
          <p:cNvSpPr/>
          <p:nvPr/>
        </p:nvSpPr>
        <p:spPr>
          <a:xfrm rot="20780835">
            <a:off x="739412" y="5954707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3" name="Star: 5 Points 292">
            <a:extLst>
              <a:ext uri="{FF2B5EF4-FFF2-40B4-BE49-F238E27FC236}">
                <a16:creationId xmlns:a16="http://schemas.microsoft.com/office/drawing/2014/main" id="{18D88176-F910-9BB2-97CA-E9A943CAB6AF}"/>
              </a:ext>
            </a:extLst>
          </p:cNvPr>
          <p:cNvSpPr/>
          <p:nvPr/>
        </p:nvSpPr>
        <p:spPr>
          <a:xfrm rot="20780835">
            <a:off x="3990714" y="6123213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4" name="Star: 5 Points 293">
            <a:extLst>
              <a:ext uri="{FF2B5EF4-FFF2-40B4-BE49-F238E27FC236}">
                <a16:creationId xmlns:a16="http://schemas.microsoft.com/office/drawing/2014/main" id="{B504894A-0A48-E68D-ACAF-2B8EDAA0902B}"/>
              </a:ext>
            </a:extLst>
          </p:cNvPr>
          <p:cNvSpPr/>
          <p:nvPr/>
        </p:nvSpPr>
        <p:spPr>
          <a:xfrm rot="20780835">
            <a:off x="2351322" y="1978002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5" name="Star: 5 Points 294">
            <a:extLst>
              <a:ext uri="{FF2B5EF4-FFF2-40B4-BE49-F238E27FC236}">
                <a16:creationId xmlns:a16="http://schemas.microsoft.com/office/drawing/2014/main" id="{177A19B1-10CC-B291-BBCD-25384F3DEEDA}"/>
              </a:ext>
            </a:extLst>
          </p:cNvPr>
          <p:cNvSpPr/>
          <p:nvPr/>
        </p:nvSpPr>
        <p:spPr>
          <a:xfrm rot="20780835">
            <a:off x="2798671" y="608886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6" name="Star: 5 Points 295">
            <a:extLst>
              <a:ext uri="{FF2B5EF4-FFF2-40B4-BE49-F238E27FC236}">
                <a16:creationId xmlns:a16="http://schemas.microsoft.com/office/drawing/2014/main" id="{915D1C67-89E0-CA42-1FBF-2FF4C68F9D83}"/>
              </a:ext>
            </a:extLst>
          </p:cNvPr>
          <p:cNvSpPr/>
          <p:nvPr/>
        </p:nvSpPr>
        <p:spPr>
          <a:xfrm rot="20780835">
            <a:off x="3246020" y="-76023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7" name="Star: 5 Points 296">
            <a:extLst>
              <a:ext uri="{FF2B5EF4-FFF2-40B4-BE49-F238E27FC236}">
                <a16:creationId xmlns:a16="http://schemas.microsoft.com/office/drawing/2014/main" id="{C04EF11E-872E-B995-4AFD-26AD9DB914F5}"/>
              </a:ext>
            </a:extLst>
          </p:cNvPr>
          <p:cNvSpPr/>
          <p:nvPr/>
        </p:nvSpPr>
        <p:spPr>
          <a:xfrm rot="20780835">
            <a:off x="418414" y="8693227"/>
            <a:ext cx="138949" cy="26560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8" name="Star: 5 Points 297">
            <a:extLst>
              <a:ext uri="{FF2B5EF4-FFF2-40B4-BE49-F238E27FC236}">
                <a16:creationId xmlns:a16="http://schemas.microsoft.com/office/drawing/2014/main" id="{1902F83E-18B9-7FB2-898A-E18ED4DCA2F7}"/>
              </a:ext>
            </a:extLst>
          </p:cNvPr>
          <p:cNvSpPr/>
          <p:nvPr/>
        </p:nvSpPr>
        <p:spPr>
          <a:xfrm rot="20780835">
            <a:off x="2229019" y="87887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9" name="Star: 5 Points 298">
            <a:extLst>
              <a:ext uri="{FF2B5EF4-FFF2-40B4-BE49-F238E27FC236}">
                <a16:creationId xmlns:a16="http://schemas.microsoft.com/office/drawing/2014/main" id="{E748FF5C-7F77-B5F4-505D-AE1A24980C81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0" name="Star: 5 Points 299">
            <a:extLst>
              <a:ext uri="{FF2B5EF4-FFF2-40B4-BE49-F238E27FC236}">
                <a16:creationId xmlns:a16="http://schemas.microsoft.com/office/drawing/2014/main" id="{483CF5E1-B97E-0B7C-11A4-2EB2B7A710AE}"/>
              </a:ext>
            </a:extLst>
          </p:cNvPr>
          <p:cNvSpPr/>
          <p:nvPr/>
        </p:nvSpPr>
        <p:spPr>
          <a:xfrm rot="20780835">
            <a:off x="2463367" y="84574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1" name="Star: 5 Points 300">
            <a:extLst>
              <a:ext uri="{FF2B5EF4-FFF2-40B4-BE49-F238E27FC236}">
                <a16:creationId xmlns:a16="http://schemas.microsoft.com/office/drawing/2014/main" id="{48E157FB-ED84-773F-D38D-4503AF4B40D5}"/>
              </a:ext>
            </a:extLst>
          </p:cNvPr>
          <p:cNvSpPr/>
          <p:nvPr/>
        </p:nvSpPr>
        <p:spPr>
          <a:xfrm rot="20780835">
            <a:off x="2232188" y="7402917"/>
            <a:ext cx="161528" cy="7891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2" name="Star: 5 Points 301">
            <a:extLst>
              <a:ext uri="{FF2B5EF4-FFF2-40B4-BE49-F238E27FC236}">
                <a16:creationId xmlns:a16="http://schemas.microsoft.com/office/drawing/2014/main" id="{44A8EC3A-0260-26CE-D0D7-B3EF5B8B65F5}"/>
              </a:ext>
            </a:extLst>
          </p:cNvPr>
          <p:cNvSpPr/>
          <p:nvPr/>
        </p:nvSpPr>
        <p:spPr>
          <a:xfrm rot="20780835">
            <a:off x="11719535" y="5214283"/>
            <a:ext cx="204040" cy="1775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303" name="Star: 5 Points 302">
            <a:extLst>
              <a:ext uri="{FF2B5EF4-FFF2-40B4-BE49-F238E27FC236}">
                <a16:creationId xmlns:a16="http://schemas.microsoft.com/office/drawing/2014/main" id="{F3118291-397C-2AF5-682D-28EBABF325C5}"/>
              </a:ext>
            </a:extLst>
          </p:cNvPr>
          <p:cNvSpPr/>
          <p:nvPr/>
        </p:nvSpPr>
        <p:spPr>
          <a:xfrm rot="20780835">
            <a:off x="8264557" y="50100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4" name="Star: 5 Points 303">
            <a:extLst>
              <a:ext uri="{FF2B5EF4-FFF2-40B4-BE49-F238E27FC236}">
                <a16:creationId xmlns:a16="http://schemas.microsoft.com/office/drawing/2014/main" id="{566D9384-FD43-B329-3EFB-33472548F834}"/>
              </a:ext>
            </a:extLst>
          </p:cNvPr>
          <p:cNvSpPr/>
          <p:nvPr/>
        </p:nvSpPr>
        <p:spPr>
          <a:xfrm rot="20780835">
            <a:off x="9689554" y="5186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5" name="Star: 5 Points 304">
            <a:extLst>
              <a:ext uri="{FF2B5EF4-FFF2-40B4-BE49-F238E27FC236}">
                <a16:creationId xmlns:a16="http://schemas.microsoft.com/office/drawing/2014/main" id="{4050FC9F-90EA-51D3-BFFC-DF27108C8222}"/>
              </a:ext>
            </a:extLst>
          </p:cNvPr>
          <p:cNvSpPr/>
          <p:nvPr/>
        </p:nvSpPr>
        <p:spPr>
          <a:xfrm rot="20780835">
            <a:off x="9104818" y="51706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06" name="Star: 5 Points 305">
            <a:extLst>
              <a:ext uri="{FF2B5EF4-FFF2-40B4-BE49-F238E27FC236}">
                <a16:creationId xmlns:a16="http://schemas.microsoft.com/office/drawing/2014/main" id="{2C6659B8-2A1A-A624-2180-4C1EFACDA690}"/>
              </a:ext>
            </a:extLst>
          </p:cNvPr>
          <p:cNvSpPr/>
          <p:nvPr/>
        </p:nvSpPr>
        <p:spPr>
          <a:xfrm rot="20780835">
            <a:off x="10241746" y="51651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7" name="Star: 5 Points 306">
            <a:extLst>
              <a:ext uri="{FF2B5EF4-FFF2-40B4-BE49-F238E27FC236}">
                <a16:creationId xmlns:a16="http://schemas.microsoft.com/office/drawing/2014/main" id="{7E4E25A8-C23C-23CA-E739-B64AF8BD235D}"/>
              </a:ext>
            </a:extLst>
          </p:cNvPr>
          <p:cNvSpPr/>
          <p:nvPr/>
        </p:nvSpPr>
        <p:spPr>
          <a:xfrm rot="20780835">
            <a:off x="14242625" y="51618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8" name="Star: 5 Points 307">
            <a:extLst>
              <a:ext uri="{FF2B5EF4-FFF2-40B4-BE49-F238E27FC236}">
                <a16:creationId xmlns:a16="http://schemas.microsoft.com/office/drawing/2014/main" id="{AAE43878-3791-2A6E-6809-037608E94B59}"/>
              </a:ext>
            </a:extLst>
          </p:cNvPr>
          <p:cNvSpPr/>
          <p:nvPr/>
        </p:nvSpPr>
        <p:spPr>
          <a:xfrm rot="20780835">
            <a:off x="13348133" y="53074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9" name="Star: 5 Points 308">
            <a:extLst>
              <a:ext uri="{FF2B5EF4-FFF2-40B4-BE49-F238E27FC236}">
                <a16:creationId xmlns:a16="http://schemas.microsoft.com/office/drawing/2014/main" id="{4BFBAD42-55BC-F5E5-E841-0AE2F540E0BB}"/>
              </a:ext>
            </a:extLst>
          </p:cNvPr>
          <p:cNvSpPr/>
          <p:nvPr/>
        </p:nvSpPr>
        <p:spPr>
          <a:xfrm rot="20780835">
            <a:off x="10815893" y="44828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0" name="Star: 5 Points 309">
            <a:extLst>
              <a:ext uri="{FF2B5EF4-FFF2-40B4-BE49-F238E27FC236}">
                <a16:creationId xmlns:a16="http://schemas.microsoft.com/office/drawing/2014/main" id="{97AB6B31-9903-32D3-B0BE-94E58F555D92}"/>
              </a:ext>
            </a:extLst>
          </p:cNvPr>
          <p:cNvSpPr/>
          <p:nvPr/>
        </p:nvSpPr>
        <p:spPr>
          <a:xfrm rot="20780835">
            <a:off x="12582958" y="49389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1" name="Star: 5 Points 310">
            <a:extLst>
              <a:ext uri="{FF2B5EF4-FFF2-40B4-BE49-F238E27FC236}">
                <a16:creationId xmlns:a16="http://schemas.microsoft.com/office/drawing/2014/main" id="{EF56CF6B-A865-610A-CAB7-C5D8D8C75BF4}"/>
              </a:ext>
            </a:extLst>
          </p:cNvPr>
          <p:cNvSpPr/>
          <p:nvPr/>
        </p:nvSpPr>
        <p:spPr>
          <a:xfrm rot="20780835">
            <a:off x="17318302" y="47862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2" name="Star: 5 Points 311">
            <a:extLst>
              <a:ext uri="{FF2B5EF4-FFF2-40B4-BE49-F238E27FC236}">
                <a16:creationId xmlns:a16="http://schemas.microsoft.com/office/drawing/2014/main" id="{1A703663-800A-0A85-FC4B-6F5E3BAA86A2}"/>
              </a:ext>
            </a:extLst>
          </p:cNvPr>
          <p:cNvSpPr/>
          <p:nvPr/>
        </p:nvSpPr>
        <p:spPr>
          <a:xfrm rot="20780835">
            <a:off x="16423810" y="493180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3" name="Star: 5 Points 312">
            <a:extLst>
              <a:ext uri="{FF2B5EF4-FFF2-40B4-BE49-F238E27FC236}">
                <a16:creationId xmlns:a16="http://schemas.microsoft.com/office/drawing/2014/main" id="{B55F5C9B-78C1-5B24-5C3D-C0279E0A1C3A}"/>
              </a:ext>
            </a:extLst>
          </p:cNvPr>
          <p:cNvSpPr/>
          <p:nvPr/>
        </p:nvSpPr>
        <p:spPr>
          <a:xfrm rot="20780835">
            <a:off x="17521823" y="6574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4" name="Star: 5 Points 313">
            <a:extLst>
              <a:ext uri="{FF2B5EF4-FFF2-40B4-BE49-F238E27FC236}">
                <a16:creationId xmlns:a16="http://schemas.microsoft.com/office/drawing/2014/main" id="{D92B46BB-8B47-073E-2F6A-885BDF39D1DA}"/>
              </a:ext>
            </a:extLst>
          </p:cNvPr>
          <p:cNvSpPr/>
          <p:nvPr/>
        </p:nvSpPr>
        <p:spPr>
          <a:xfrm rot="20780835">
            <a:off x="16627331" y="67198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5" name="Star: 5 Points 314">
            <a:extLst>
              <a:ext uri="{FF2B5EF4-FFF2-40B4-BE49-F238E27FC236}">
                <a16:creationId xmlns:a16="http://schemas.microsoft.com/office/drawing/2014/main" id="{F5F7EA4E-C20E-B5D1-B9A4-3EB00FB5DECE}"/>
              </a:ext>
            </a:extLst>
          </p:cNvPr>
          <p:cNvSpPr/>
          <p:nvPr/>
        </p:nvSpPr>
        <p:spPr>
          <a:xfrm rot="20780835">
            <a:off x="17318302" y="22894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6" name="Star: 5 Points 315">
            <a:extLst>
              <a:ext uri="{FF2B5EF4-FFF2-40B4-BE49-F238E27FC236}">
                <a16:creationId xmlns:a16="http://schemas.microsoft.com/office/drawing/2014/main" id="{500C146F-4131-FCE7-0F09-1E0209CCED2C}"/>
              </a:ext>
            </a:extLst>
          </p:cNvPr>
          <p:cNvSpPr/>
          <p:nvPr/>
        </p:nvSpPr>
        <p:spPr>
          <a:xfrm rot="20780835">
            <a:off x="16423810" y="24350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7" name="Star: 5 Points 316">
            <a:extLst>
              <a:ext uri="{FF2B5EF4-FFF2-40B4-BE49-F238E27FC236}">
                <a16:creationId xmlns:a16="http://schemas.microsoft.com/office/drawing/2014/main" id="{69348258-5534-DE81-4A60-8572FD5232C8}"/>
              </a:ext>
            </a:extLst>
          </p:cNvPr>
          <p:cNvSpPr/>
          <p:nvPr/>
        </p:nvSpPr>
        <p:spPr>
          <a:xfrm rot="20780835">
            <a:off x="3492400" y="9932249"/>
            <a:ext cx="323243" cy="4571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8" name="Star: 5 Points 317">
            <a:extLst>
              <a:ext uri="{FF2B5EF4-FFF2-40B4-BE49-F238E27FC236}">
                <a16:creationId xmlns:a16="http://schemas.microsoft.com/office/drawing/2014/main" id="{B2514071-C0C9-5827-694F-4ED679B01FF7}"/>
              </a:ext>
            </a:extLst>
          </p:cNvPr>
          <p:cNvSpPr/>
          <p:nvPr/>
        </p:nvSpPr>
        <p:spPr>
          <a:xfrm rot="20780835">
            <a:off x="4123041" y="9832222"/>
            <a:ext cx="277216" cy="9697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9" name="Star: 5 Points 318">
            <a:extLst>
              <a:ext uri="{FF2B5EF4-FFF2-40B4-BE49-F238E27FC236}">
                <a16:creationId xmlns:a16="http://schemas.microsoft.com/office/drawing/2014/main" id="{32D03151-7C60-3914-1A53-1DD944621663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0" name="Star: 5 Points 319">
            <a:extLst>
              <a:ext uri="{FF2B5EF4-FFF2-40B4-BE49-F238E27FC236}">
                <a16:creationId xmlns:a16="http://schemas.microsoft.com/office/drawing/2014/main" id="{789FFD7C-1E15-5556-5AB9-0690F8B62A84}"/>
              </a:ext>
            </a:extLst>
          </p:cNvPr>
          <p:cNvSpPr/>
          <p:nvPr/>
        </p:nvSpPr>
        <p:spPr>
          <a:xfrm rot="20780835">
            <a:off x="3478224" y="9813827"/>
            <a:ext cx="299628" cy="16866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1" name="Star: 5 Points 320">
            <a:extLst>
              <a:ext uri="{FF2B5EF4-FFF2-40B4-BE49-F238E27FC236}">
                <a16:creationId xmlns:a16="http://schemas.microsoft.com/office/drawing/2014/main" id="{87E1B637-CAEB-2A52-2E05-6C7D7F85AA8B}"/>
              </a:ext>
            </a:extLst>
          </p:cNvPr>
          <p:cNvSpPr/>
          <p:nvPr/>
        </p:nvSpPr>
        <p:spPr>
          <a:xfrm rot="20780835">
            <a:off x="891519" y="10156754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2" name="Star: 5 Points 321">
            <a:extLst>
              <a:ext uri="{FF2B5EF4-FFF2-40B4-BE49-F238E27FC236}">
                <a16:creationId xmlns:a16="http://schemas.microsoft.com/office/drawing/2014/main" id="{98C9B42C-3045-6A9F-7C15-6AA394DC450D}"/>
              </a:ext>
            </a:extLst>
          </p:cNvPr>
          <p:cNvSpPr/>
          <p:nvPr/>
        </p:nvSpPr>
        <p:spPr>
          <a:xfrm rot="20780835">
            <a:off x="347355" y="9947419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3" name="Star: 5 Points 322">
            <a:extLst>
              <a:ext uri="{FF2B5EF4-FFF2-40B4-BE49-F238E27FC236}">
                <a16:creationId xmlns:a16="http://schemas.microsoft.com/office/drawing/2014/main" id="{D32BFFED-33D2-7A83-817C-95091C57F90D}"/>
              </a:ext>
            </a:extLst>
          </p:cNvPr>
          <p:cNvSpPr/>
          <p:nvPr/>
        </p:nvSpPr>
        <p:spPr>
          <a:xfrm rot="20780835">
            <a:off x="18157798" y="467444"/>
            <a:ext cx="127663" cy="28631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4" name="Star: 5 Points 323">
            <a:extLst>
              <a:ext uri="{FF2B5EF4-FFF2-40B4-BE49-F238E27FC236}">
                <a16:creationId xmlns:a16="http://schemas.microsoft.com/office/drawing/2014/main" id="{2891BB62-88BD-6202-9189-8ED10D91EDB7}"/>
              </a:ext>
            </a:extLst>
          </p:cNvPr>
          <p:cNvSpPr/>
          <p:nvPr/>
        </p:nvSpPr>
        <p:spPr>
          <a:xfrm rot="20780835">
            <a:off x="8183475" y="191997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5" name="Freeform: Shape 324">
            <a:extLst>
              <a:ext uri="{FF2B5EF4-FFF2-40B4-BE49-F238E27FC236}">
                <a16:creationId xmlns:a16="http://schemas.microsoft.com/office/drawing/2014/main" id="{D378630A-BE8B-E76E-097C-5C42B3C23091}"/>
              </a:ext>
            </a:extLst>
          </p:cNvPr>
          <p:cNvSpPr/>
          <p:nvPr/>
        </p:nvSpPr>
        <p:spPr>
          <a:xfrm>
            <a:off x="14973300" y="587829"/>
            <a:ext cx="702129" cy="914400"/>
          </a:xfrm>
          <a:custGeom>
            <a:avLst/>
            <a:gdLst>
              <a:gd name="csX0" fmla="*/ 326571 w 702129"/>
              <a:gd name="csY0" fmla="*/ 0 h 914400"/>
              <a:gd name="csX1" fmla="*/ 473529 w 702129"/>
              <a:gd name="csY1" fmla="*/ 81642 h 914400"/>
              <a:gd name="csX2" fmla="*/ 522514 w 702129"/>
              <a:gd name="csY2" fmla="*/ 97971 h 914400"/>
              <a:gd name="csX3" fmla="*/ 702129 w 702129"/>
              <a:gd name="csY3" fmla="*/ 114300 h 914400"/>
              <a:gd name="csX4" fmla="*/ 620486 w 702129"/>
              <a:gd name="csY4" fmla="*/ 244928 h 914400"/>
              <a:gd name="csX5" fmla="*/ 571500 w 702129"/>
              <a:gd name="csY5" fmla="*/ 342900 h 914400"/>
              <a:gd name="csX6" fmla="*/ 424543 w 702129"/>
              <a:gd name="csY6" fmla="*/ 473528 h 914400"/>
              <a:gd name="csX7" fmla="*/ 228600 w 702129"/>
              <a:gd name="csY7" fmla="*/ 734785 h 914400"/>
              <a:gd name="csX8" fmla="*/ 97971 w 702129"/>
              <a:gd name="csY8" fmla="*/ 849085 h 914400"/>
              <a:gd name="csX9" fmla="*/ 0 w 702129"/>
              <a:gd name="csY9" fmla="*/ 91440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2129" h="914400">
                <a:moveTo>
                  <a:pt x="326571" y="0"/>
                </a:moveTo>
                <a:cubicBezTo>
                  <a:pt x="378186" y="30968"/>
                  <a:pt x="418867" y="58215"/>
                  <a:pt x="473529" y="81642"/>
                </a:cubicBezTo>
                <a:cubicBezTo>
                  <a:pt x="489349" y="88422"/>
                  <a:pt x="505475" y="95537"/>
                  <a:pt x="522514" y="97971"/>
                </a:cubicBezTo>
                <a:cubicBezTo>
                  <a:pt x="582028" y="106473"/>
                  <a:pt x="642257" y="108857"/>
                  <a:pt x="702129" y="114300"/>
                </a:cubicBezTo>
                <a:cubicBezTo>
                  <a:pt x="674915" y="157843"/>
                  <a:pt x="645962" y="200346"/>
                  <a:pt x="620486" y="244928"/>
                </a:cubicBezTo>
                <a:cubicBezTo>
                  <a:pt x="602371" y="276629"/>
                  <a:pt x="595262" y="315178"/>
                  <a:pt x="571500" y="342900"/>
                </a:cubicBezTo>
                <a:cubicBezTo>
                  <a:pt x="528847" y="392662"/>
                  <a:pt x="467702" y="424204"/>
                  <a:pt x="424543" y="473528"/>
                </a:cubicBezTo>
                <a:cubicBezTo>
                  <a:pt x="352860" y="555451"/>
                  <a:pt x="300030" y="652641"/>
                  <a:pt x="228600" y="734785"/>
                </a:cubicBezTo>
                <a:cubicBezTo>
                  <a:pt x="190634" y="778445"/>
                  <a:pt x="142419" y="812045"/>
                  <a:pt x="97971" y="849085"/>
                </a:cubicBezTo>
                <a:cubicBezTo>
                  <a:pt x="41682" y="895992"/>
                  <a:pt x="48607" y="890096"/>
                  <a:pt x="0" y="9144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7" name="Flowchart: Sequential Access Storage 326">
            <a:extLst>
              <a:ext uri="{FF2B5EF4-FFF2-40B4-BE49-F238E27FC236}">
                <a16:creationId xmlns:a16="http://schemas.microsoft.com/office/drawing/2014/main" id="{052DD7EB-5EDF-156F-6FC3-D856BCEBA3CE}"/>
              </a:ext>
            </a:extLst>
          </p:cNvPr>
          <p:cNvSpPr/>
          <p:nvPr/>
        </p:nvSpPr>
        <p:spPr>
          <a:xfrm flipH="1">
            <a:off x="13171467" y="11492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8" name="Flowchart: Sequential Access Storage 327">
            <a:extLst>
              <a:ext uri="{FF2B5EF4-FFF2-40B4-BE49-F238E27FC236}">
                <a16:creationId xmlns:a16="http://schemas.microsoft.com/office/drawing/2014/main" id="{45DF33D3-5274-ACE9-2623-DA5BBBF5B852}"/>
              </a:ext>
            </a:extLst>
          </p:cNvPr>
          <p:cNvSpPr/>
          <p:nvPr/>
        </p:nvSpPr>
        <p:spPr>
          <a:xfrm flipH="1">
            <a:off x="15845330" y="9062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9" name="Flowchart: Sequential Access Storage 328">
            <a:extLst>
              <a:ext uri="{FF2B5EF4-FFF2-40B4-BE49-F238E27FC236}">
                <a16:creationId xmlns:a16="http://schemas.microsoft.com/office/drawing/2014/main" id="{EF6C30A6-9782-8164-2313-DC86B769E616}"/>
              </a:ext>
            </a:extLst>
          </p:cNvPr>
          <p:cNvSpPr/>
          <p:nvPr/>
        </p:nvSpPr>
        <p:spPr>
          <a:xfrm flipH="1">
            <a:off x="3941025" y="33758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0" name="Flowchart: Sequential Access Storage 329">
            <a:extLst>
              <a:ext uri="{FF2B5EF4-FFF2-40B4-BE49-F238E27FC236}">
                <a16:creationId xmlns:a16="http://schemas.microsoft.com/office/drawing/2014/main" id="{C561D61A-756D-E38E-C3C9-A4D7EE378FF5}"/>
              </a:ext>
            </a:extLst>
          </p:cNvPr>
          <p:cNvSpPr/>
          <p:nvPr/>
        </p:nvSpPr>
        <p:spPr>
          <a:xfrm flipH="1">
            <a:off x="17878359" y="14734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1" name="Flowchart: Sequential Access Storage 330">
            <a:extLst>
              <a:ext uri="{FF2B5EF4-FFF2-40B4-BE49-F238E27FC236}">
                <a16:creationId xmlns:a16="http://schemas.microsoft.com/office/drawing/2014/main" id="{E6C4EECB-16F2-02AC-8594-02B061C86566}"/>
              </a:ext>
            </a:extLst>
          </p:cNvPr>
          <p:cNvSpPr/>
          <p:nvPr/>
        </p:nvSpPr>
        <p:spPr>
          <a:xfrm flipH="1">
            <a:off x="17137136" y="871053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2" name="Flowchart: Sequential Access Storage 331">
            <a:extLst>
              <a:ext uri="{FF2B5EF4-FFF2-40B4-BE49-F238E27FC236}">
                <a16:creationId xmlns:a16="http://schemas.microsoft.com/office/drawing/2014/main" id="{C7B4A406-6A52-A75C-D900-F1165FD7098D}"/>
              </a:ext>
            </a:extLst>
          </p:cNvPr>
          <p:cNvSpPr/>
          <p:nvPr/>
        </p:nvSpPr>
        <p:spPr>
          <a:xfrm flipH="1">
            <a:off x="2202212" y="88365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3" name="Flowchart: Sequential Access Storage 332">
            <a:extLst>
              <a:ext uri="{FF2B5EF4-FFF2-40B4-BE49-F238E27FC236}">
                <a16:creationId xmlns:a16="http://schemas.microsoft.com/office/drawing/2014/main" id="{2BE587C1-AE5E-E343-11A1-5F0B206CDEFB}"/>
              </a:ext>
            </a:extLst>
          </p:cNvPr>
          <p:cNvSpPr/>
          <p:nvPr/>
        </p:nvSpPr>
        <p:spPr>
          <a:xfrm flipH="1">
            <a:off x="252730" y="2067111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4" name="Star: 5 Points 333">
            <a:extLst>
              <a:ext uri="{FF2B5EF4-FFF2-40B4-BE49-F238E27FC236}">
                <a16:creationId xmlns:a16="http://schemas.microsoft.com/office/drawing/2014/main" id="{5948D8E0-3936-0067-F672-195C5C03A03A}"/>
              </a:ext>
            </a:extLst>
          </p:cNvPr>
          <p:cNvSpPr/>
          <p:nvPr/>
        </p:nvSpPr>
        <p:spPr>
          <a:xfrm rot="20780835">
            <a:off x="8981218" y="974916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5" name="Star: 5 Points 334">
            <a:extLst>
              <a:ext uri="{FF2B5EF4-FFF2-40B4-BE49-F238E27FC236}">
                <a16:creationId xmlns:a16="http://schemas.microsoft.com/office/drawing/2014/main" id="{DD26C5FA-1B3D-7E4D-6584-BC8DD94B702A}"/>
              </a:ext>
            </a:extLst>
          </p:cNvPr>
          <p:cNvSpPr/>
          <p:nvPr/>
        </p:nvSpPr>
        <p:spPr>
          <a:xfrm rot="20780835">
            <a:off x="5133519" y="98938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6" name="Star: 5 Points 335">
            <a:extLst>
              <a:ext uri="{FF2B5EF4-FFF2-40B4-BE49-F238E27FC236}">
                <a16:creationId xmlns:a16="http://schemas.microsoft.com/office/drawing/2014/main" id="{E9A8CA91-7935-FB5F-1D78-27E133CD33CC}"/>
              </a:ext>
            </a:extLst>
          </p:cNvPr>
          <p:cNvSpPr/>
          <p:nvPr/>
        </p:nvSpPr>
        <p:spPr>
          <a:xfrm rot="20780835">
            <a:off x="5426573" y="94226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7" name="Star: 5 Points 336">
            <a:extLst>
              <a:ext uri="{FF2B5EF4-FFF2-40B4-BE49-F238E27FC236}">
                <a16:creationId xmlns:a16="http://schemas.microsoft.com/office/drawing/2014/main" id="{28DC9651-2413-C3D9-2D8F-8CC8C8FFEE67}"/>
              </a:ext>
            </a:extLst>
          </p:cNvPr>
          <p:cNvSpPr/>
          <p:nvPr/>
        </p:nvSpPr>
        <p:spPr>
          <a:xfrm rot="20780835">
            <a:off x="6887839" y="9709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8" name="Star: 5 Points 337">
            <a:extLst>
              <a:ext uri="{FF2B5EF4-FFF2-40B4-BE49-F238E27FC236}">
                <a16:creationId xmlns:a16="http://schemas.microsoft.com/office/drawing/2014/main" id="{821F1BAA-1B78-F0A0-8E13-FF8A587E14B3}"/>
              </a:ext>
            </a:extLst>
          </p:cNvPr>
          <p:cNvSpPr/>
          <p:nvPr/>
        </p:nvSpPr>
        <p:spPr>
          <a:xfrm rot="20780835">
            <a:off x="10154415" y="98198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9" name="Star: 5 Points 338">
            <a:extLst>
              <a:ext uri="{FF2B5EF4-FFF2-40B4-BE49-F238E27FC236}">
                <a16:creationId xmlns:a16="http://schemas.microsoft.com/office/drawing/2014/main" id="{49813B96-36C0-582A-2D3A-D27CDF8A247D}"/>
              </a:ext>
            </a:extLst>
          </p:cNvPr>
          <p:cNvSpPr/>
          <p:nvPr/>
        </p:nvSpPr>
        <p:spPr>
          <a:xfrm rot="20780835" flipH="1">
            <a:off x="10415842" y="9331647"/>
            <a:ext cx="106052" cy="31734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0" name="Star: 5 Points 339">
            <a:extLst>
              <a:ext uri="{FF2B5EF4-FFF2-40B4-BE49-F238E27FC236}">
                <a16:creationId xmlns:a16="http://schemas.microsoft.com/office/drawing/2014/main" id="{E800B9F3-32F5-C5CD-E992-DA2A60E3D1EC}"/>
              </a:ext>
            </a:extLst>
          </p:cNvPr>
          <p:cNvSpPr/>
          <p:nvPr/>
        </p:nvSpPr>
        <p:spPr>
          <a:xfrm rot="20780835">
            <a:off x="6306716" y="996448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1" name="Star: 5 Points 340">
            <a:extLst>
              <a:ext uri="{FF2B5EF4-FFF2-40B4-BE49-F238E27FC236}">
                <a16:creationId xmlns:a16="http://schemas.microsoft.com/office/drawing/2014/main" id="{7EF5D201-9E03-D5BB-C442-3AE926B11F16}"/>
              </a:ext>
            </a:extLst>
          </p:cNvPr>
          <p:cNvSpPr/>
          <p:nvPr/>
        </p:nvSpPr>
        <p:spPr>
          <a:xfrm rot="20780835" flipV="1">
            <a:off x="6582401" y="9462777"/>
            <a:ext cx="265146" cy="5540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2" name="Star: 5 Points 341">
            <a:extLst>
              <a:ext uri="{FF2B5EF4-FFF2-40B4-BE49-F238E27FC236}">
                <a16:creationId xmlns:a16="http://schemas.microsoft.com/office/drawing/2014/main" id="{2E6C87AE-0244-488A-DE7E-F3538E8138DD}"/>
              </a:ext>
            </a:extLst>
          </p:cNvPr>
          <p:cNvSpPr/>
          <p:nvPr/>
        </p:nvSpPr>
        <p:spPr>
          <a:xfrm rot="20780835">
            <a:off x="9391416" y="9603462"/>
            <a:ext cx="244029" cy="11978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3" name="Star: 5 Points 342">
            <a:extLst>
              <a:ext uri="{FF2B5EF4-FFF2-40B4-BE49-F238E27FC236}">
                <a16:creationId xmlns:a16="http://schemas.microsoft.com/office/drawing/2014/main" id="{B8DA2767-4674-3B7F-DA2A-48E77EB12126}"/>
              </a:ext>
            </a:extLst>
          </p:cNvPr>
          <p:cNvSpPr/>
          <p:nvPr/>
        </p:nvSpPr>
        <p:spPr>
          <a:xfrm rot="20780835">
            <a:off x="11579412" y="100310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4" name="Star: 5 Points 343">
            <a:extLst>
              <a:ext uri="{FF2B5EF4-FFF2-40B4-BE49-F238E27FC236}">
                <a16:creationId xmlns:a16="http://schemas.microsoft.com/office/drawing/2014/main" id="{1174FC86-4485-C050-8D00-550AE5076627}"/>
              </a:ext>
            </a:extLst>
          </p:cNvPr>
          <p:cNvSpPr/>
          <p:nvPr/>
        </p:nvSpPr>
        <p:spPr>
          <a:xfrm rot="20780835">
            <a:off x="11872466" y="9559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5" name="Star: 5 Points 344">
            <a:extLst>
              <a:ext uri="{FF2B5EF4-FFF2-40B4-BE49-F238E27FC236}">
                <a16:creationId xmlns:a16="http://schemas.microsoft.com/office/drawing/2014/main" id="{D4254D91-C9E3-AC2D-F49F-37902C5F8233}"/>
              </a:ext>
            </a:extLst>
          </p:cNvPr>
          <p:cNvSpPr/>
          <p:nvPr/>
        </p:nvSpPr>
        <p:spPr>
          <a:xfrm rot="20780835">
            <a:off x="11291343" y="98491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6" name="Star: 5 Points 345">
            <a:extLst>
              <a:ext uri="{FF2B5EF4-FFF2-40B4-BE49-F238E27FC236}">
                <a16:creationId xmlns:a16="http://schemas.microsoft.com/office/drawing/2014/main" id="{190264A3-507D-B859-6D4E-EDD45F82F81C}"/>
              </a:ext>
            </a:extLst>
          </p:cNvPr>
          <p:cNvSpPr/>
          <p:nvPr/>
        </p:nvSpPr>
        <p:spPr>
          <a:xfrm rot="20780835">
            <a:off x="11287730" y="95440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7" name="Star: 5 Points 346">
            <a:extLst>
              <a:ext uri="{FF2B5EF4-FFF2-40B4-BE49-F238E27FC236}">
                <a16:creationId xmlns:a16="http://schemas.microsoft.com/office/drawing/2014/main" id="{FDD9513D-DE57-BB45-A00F-694D4F936E63}"/>
              </a:ext>
            </a:extLst>
          </p:cNvPr>
          <p:cNvSpPr/>
          <p:nvPr/>
        </p:nvSpPr>
        <p:spPr>
          <a:xfrm rot="20780835">
            <a:off x="12424658" y="953851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8" name="Star: 5 Points 347">
            <a:extLst>
              <a:ext uri="{FF2B5EF4-FFF2-40B4-BE49-F238E27FC236}">
                <a16:creationId xmlns:a16="http://schemas.microsoft.com/office/drawing/2014/main" id="{77D25C12-6F65-9525-2878-5F94EAA316E2}"/>
              </a:ext>
            </a:extLst>
          </p:cNvPr>
          <p:cNvSpPr/>
          <p:nvPr/>
        </p:nvSpPr>
        <p:spPr>
          <a:xfrm rot="20780835">
            <a:off x="7880959" y="9911157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9" name="Star: 5 Points 348">
            <a:extLst>
              <a:ext uri="{FF2B5EF4-FFF2-40B4-BE49-F238E27FC236}">
                <a16:creationId xmlns:a16="http://schemas.microsoft.com/office/drawing/2014/main" id="{4101F499-348F-A347-9528-1236CB90445A}"/>
              </a:ext>
            </a:extLst>
          </p:cNvPr>
          <p:cNvSpPr/>
          <p:nvPr/>
        </p:nvSpPr>
        <p:spPr>
          <a:xfrm rot="20780835">
            <a:off x="4185066" y="95250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0" name="Star: 5 Points 349">
            <a:extLst>
              <a:ext uri="{FF2B5EF4-FFF2-40B4-BE49-F238E27FC236}">
                <a16:creationId xmlns:a16="http://schemas.microsoft.com/office/drawing/2014/main" id="{53F309D0-9683-1AD9-963E-624CBDFC5A2E}"/>
              </a:ext>
            </a:extLst>
          </p:cNvPr>
          <p:cNvSpPr/>
          <p:nvPr/>
        </p:nvSpPr>
        <p:spPr>
          <a:xfrm rot="20780835">
            <a:off x="337367" y="96696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1" name="Star: 5 Points 350">
            <a:extLst>
              <a:ext uri="{FF2B5EF4-FFF2-40B4-BE49-F238E27FC236}">
                <a16:creationId xmlns:a16="http://schemas.microsoft.com/office/drawing/2014/main" id="{ADB11410-3A3D-E874-037B-BD66D1E30D32}"/>
              </a:ext>
            </a:extLst>
          </p:cNvPr>
          <p:cNvSpPr/>
          <p:nvPr/>
        </p:nvSpPr>
        <p:spPr>
          <a:xfrm rot="20780835">
            <a:off x="630421" y="91984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2" name="Star: 5 Points 351">
            <a:extLst>
              <a:ext uri="{FF2B5EF4-FFF2-40B4-BE49-F238E27FC236}">
                <a16:creationId xmlns:a16="http://schemas.microsoft.com/office/drawing/2014/main" id="{9F8293D2-F8EA-8D56-327F-5118C1DD114B}"/>
              </a:ext>
            </a:extLst>
          </p:cNvPr>
          <p:cNvSpPr/>
          <p:nvPr/>
        </p:nvSpPr>
        <p:spPr>
          <a:xfrm rot="20780835">
            <a:off x="2091687" y="9485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3" name="Star: 5 Points 352">
            <a:extLst>
              <a:ext uri="{FF2B5EF4-FFF2-40B4-BE49-F238E27FC236}">
                <a16:creationId xmlns:a16="http://schemas.microsoft.com/office/drawing/2014/main" id="{69504A08-4871-0995-C1F3-77599E371C7E}"/>
              </a:ext>
            </a:extLst>
          </p:cNvPr>
          <p:cNvSpPr/>
          <p:nvPr/>
        </p:nvSpPr>
        <p:spPr>
          <a:xfrm rot="20780835">
            <a:off x="5358263" y="95956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4" name="Star: 5 Points 353">
            <a:extLst>
              <a:ext uri="{FF2B5EF4-FFF2-40B4-BE49-F238E27FC236}">
                <a16:creationId xmlns:a16="http://schemas.microsoft.com/office/drawing/2014/main" id="{2519F343-DBC5-F373-2283-9937B95CFD1C}"/>
              </a:ext>
            </a:extLst>
          </p:cNvPr>
          <p:cNvSpPr/>
          <p:nvPr/>
        </p:nvSpPr>
        <p:spPr>
          <a:xfrm rot="20780835">
            <a:off x="5651317" y="91592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5" name="Star: 5 Points 354">
            <a:extLst>
              <a:ext uri="{FF2B5EF4-FFF2-40B4-BE49-F238E27FC236}">
                <a16:creationId xmlns:a16="http://schemas.microsoft.com/office/drawing/2014/main" id="{8527B02E-46BA-3D01-D5E9-6167E512F62F}"/>
              </a:ext>
            </a:extLst>
          </p:cNvPr>
          <p:cNvSpPr/>
          <p:nvPr/>
        </p:nvSpPr>
        <p:spPr>
          <a:xfrm rot="20780835">
            <a:off x="1510564" y="974032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6" name="Star: 5 Points 355">
            <a:extLst>
              <a:ext uri="{FF2B5EF4-FFF2-40B4-BE49-F238E27FC236}">
                <a16:creationId xmlns:a16="http://schemas.microsoft.com/office/drawing/2014/main" id="{1C4C5B1F-CE1F-60E0-A990-31B62DD58D34}"/>
              </a:ext>
            </a:extLst>
          </p:cNvPr>
          <p:cNvSpPr/>
          <p:nvPr/>
        </p:nvSpPr>
        <p:spPr>
          <a:xfrm rot="20780835">
            <a:off x="1803618" y="930394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7" name="Star: 5 Points 356">
            <a:extLst>
              <a:ext uri="{FF2B5EF4-FFF2-40B4-BE49-F238E27FC236}">
                <a16:creationId xmlns:a16="http://schemas.microsoft.com/office/drawing/2014/main" id="{0771C1D6-8625-E26E-F9D9-954A8A848FF4}"/>
              </a:ext>
            </a:extLst>
          </p:cNvPr>
          <p:cNvSpPr/>
          <p:nvPr/>
        </p:nvSpPr>
        <p:spPr>
          <a:xfrm rot="20780835">
            <a:off x="3923263" y="930001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8" name="Star: 5 Points 357">
            <a:extLst>
              <a:ext uri="{FF2B5EF4-FFF2-40B4-BE49-F238E27FC236}">
                <a16:creationId xmlns:a16="http://schemas.microsoft.com/office/drawing/2014/main" id="{5D60CE23-DE06-DCA2-ECAE-989E3034130D}"/>
              </a:ext>
            </a:extLst>
          </p:cNvPr>
          <p:cNvSpPr/>
          <p:nvPr/>
        </p:nvSpPr>
        <p:spPr>
          <a:xfrm rot="20780835">
            <a:off x="6783260" y="98069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9" name="Star: 5 Points 358">
            <a:extLst>
              <a:ext uri="{FF2B5EF4-FFF2-40B4-BE49-F238E27FC236}">
                <a16:creationId xmlns:a16="http://schemas.microsoft.com/office/drawing/2014/main" id="{407B2652-E1A1-B421-02CF-313C731984C4}"/>
              </a:ext>
            </a:extLst>
          </p:cNvPr>
          <p:cNvSpPr/>
          <p:nvPr/>
        </p:nvSpPr>
        <p:spPr>
          <a:xfrm rot="20780835">
            <a:off x="7076314" y="93356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0" name="Star: 5 Points 359">
            <a:extLst>
              <a:ext uri="{FF2B5EF4-FFF2-40B4-BE49-F238E27FC236}">
                <a16:creationId xmlns:a16="http://schemas.microsoft.com/office/drawing/2014/main" id="{C6BDABF1-FA49-C480-E1DA-7770AE9B1C42}"/>
              </a:ext>
            </a:extLst>
          </p:cNvPr>
          <p:cNvSpPr/>
          <p:nvPr/>
        </p:nvSpPr>
        <p:spPr>
          <a:xfrm rot="20780835">
            <a:off x="6495191" y="96250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1" name="Star: 5 Points 360">
            <a:extLst>
              <a:ext uri="{FF2B5EF4-FFF2-40B4-BE49-F238E27FC236}">
                <a16:creationId xmlns:a16="http://schemas.microsoft.com/office/drawing/2014/main" id="{AE51BFCB-52B3-E3D0-9569-D039AFBD735D}"/>
              </a:ext>
            </a:extLst>
          </p:cNvPr>
          <p:cNvSpPr/>
          <p:nvPr/>
        </p:nvSpPr>
        <p:spPr>
          <a:xfrm rot="20780835">
            <a:off x="6491578" y="93198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2" name="Star: 5 Points 361">
            <a:extLst>
              <a:ext uri="{FF2B5EF4-FFF2-40B4-BE49-F238E27FC236}">
                <a16:creationId xmlns:a16="http://schemas.microsoft.com/office/drawing/2014/main" id="{333F559E-712B-7525-49D5-B746641425E0}"/>
              </a:ext>
            </a:extLst>
          </p:cNvPr>
          <p:cNvSpPr/>
          <p:nvPr/>
        </p:nvSpPr>
        <p:spPr>
          <a:xfrm rot="20780835">
            <a:off x="7628506" y="93143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3" name="Star: 5 Points 362">
            <a:extLst>
              <a:ext uri="{FF2B5EF4-FFF2-40B4-BE49-F238E27FC236}">
                <a16:creationId xmlns:a16="http://schemas.microsoft.com/office/drawing/2014/main" id="{7BB3DD68-F805-3A34-6330-3C2991950EF8}"/>
              </a:ext>
            </a:extLst>
          </p:cNvPr>
          <p:cNvSpPr/>
          <p:nvPr/>
        </p:nvSpPr>
        <p:spPr>
          <a:xfrm rot="20780835">
            <a:off x="3084807" y="968699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4" name="Star: 5 Points 363">
            <a:extLst>
              <a:ext uri="{FF2B5EF4-FFF2-40B4-BE49-F238E27FC236}">
                <a16:creationId xmlns:a16="http://schemas.microsoft.com/office/drawing/2014/main" id="{FF6E9FD7-2CEC-4764-A847-808E886A4F76}"/>
              </a:ext>
            </a:extLst>
          </p:cNvPr>
          <p:cNvSpPr/>
          <p:nvPr/>
        </p:nvSpPr>
        <p:spPr>
          <a:xfrm rot="20780835">
            <a:off x="14411724" y="96374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5" name="Star: 5 Points 364">
            <a:extLst>
              <a:ext uri="{FF2B5EF4-FFF2-40B4-BE49-F238E27FC236}">
                <a16:creationId xmlns:a16="http://schemas.microsoft.com/office/drawing/2014/main" id="{804FC26E-5CFC-C160-B1CB-66990C9D4146}"/>
              </a:ext>
            </a:extLst>
          </p:cNvPr>
          <p:cNvSpPr/>
          <p:nvPr/>
        </p:nvSpPr>
        <p:spPr>
          <a:xfrm rot="20780835">
            <a:off x="10564025" y="978213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6" name="Star: 5 Points 365">
            <a:extLst>
              <a:ext uri="{FF2B5EF4-FFF2-40B4-BE49-F238E27FC236}">
                <a16:creationId xmlns:a16="http://schemas.microsoft.com/office/drawing/2014/main" id="{60DA658C-CF3E-63A2-FA13-88D08CA935ED}"/>
              </a:ext>
            </a:extLst>
          </p:cNvPr>
          <p:cNvSpPr/>
          <p:nvPr/>
        </p:nvSpPr>
        <p:spPr>
          <a:xfrm rot="20780835">
            <a:off x="10857079" y="9310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7" name="Star: 5 Points 366">
            <a:extLst>
              <a:ext uri="{FF2B5EF4-FFF2-40B4-BE49-F238E27FC236}">
                <a16:creationId xmlns:a16="http://schemas.microsoft.com/office/drawing/2014/main" id="{4147E970-5153-9889-3D89-9A2BD3797267}"/>
              </a:ext>
            </a:extLst>
          </p:cNvPr>
          <p:cNvSpPr/>
          <p:nvPr/>
        </p:nvSpPr>
        <p:spPr>
          <a:xfrm rot="20780835">
            <a:off x="12318345" y="95982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8" name="Star: 5 Points 367">
            <a:extLst>
              <a:ext uri="{FF2B5EF4-FFF2-40B4-BE49-F238E27FC236}">
                <a16:creationId xmlns:a16="http://schemas.microsoft.com/office/drawing/2014/main" id="{B8FE8A7A-5CFA-29A0-299E-08047AE24B49}"/>
              </a:ext>
            </a:extLst>
          </p:cNvPr>
          <p:cNvSpPr/>
          <p:nvPr/>
        </p:nvSpPr>
        <p:spPr>
          <a:xfrm rot="20780835">
            <a:off x="15584921" y="970809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9" name="Star: 5 Points 368">
            <a:extLst>
              <a:ext uri="{FF2B5EF4-FFF2-40B4-BE49-F238E27FC236}">
                <a16:creationId xmlns:a16="http://schemas.microsoft.com/office/drawing/2014/main" id="{E98B626E-F89B-DF10-BB05-F17756FE921F}"/>
              </a:ext>
            </a:extLst>
          </p:cNvPr>
          <p:cNvSpPr/>
          <p:nvPr/>
        </p:nvSpPr>
        <p:spPr>
          <a:xfrm rot="20780835">
            <a:off x="15941948" y="82519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0" name="Star: 5 Points 369">
            <a:extLst>
              <a:ext uri="{FF2B5EF4-FFF2-40B4-BE49-F238E27FC236}">
                <a16:creationId xmlns:a16="http://schemas.microsoft.com/office/drawing/2014/main" id="{A2DC9820-2FBF-EB89-4AE3-4D4181EC0262}"/>
              </a:ext>
            </a:extLst>
          </p:cNvPr>
          <p:cNvSpPr/>
          <p:nvPr/>
        </p:nvSpPr>
        <p:spPr>
          <a:xfrm rot="20780835">
            <a:off x="11737222" y="985277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1" name="Star: 5 Points 370">
            <a:extLst>
              <a:ext uri="{FF2B5EF4-FFF2-40B4-BE49-F238E27FC236}">
                <a16:creationId xmlns:a16="http://schemas.microsoft.com/office/drawing/2014/main" id="{00D6F469-C8D8-3E21-702A-608A6A831895}"/>
              </a:ext>
            </a:extLst>
          </p:cNvPr>
          <p:cNvSpPr/>
          <p:nvPr/>
        </p:nvSpPr>
        <p:spPr>
          <a:xfrm rot="20780835">
            <a:off x="12030276" y="9416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2" name="Star: 5 Points 371">
            <a:extLst>
              <a:ext uri="{FF2B5EF4-FFF2-40B4-BE49-F238E27FC236}">
                <a16:creationId xmlns:a16="http://schemas.microsoft.com/office/drawing/2014/main" id="{226B33C4-C129-D8DA-8D1C-FEBABD9CF0A9}"/>
              </a:ext>
            </a:extLst>
          </p:cNvPr>
          <p:cNvSpPr/>
          <p:nvPr/>
        </p:nvSpPr>
        <p:spPr>
          <a:xfrm rot="20780835">
            <a:off x="14770406" y="9934982"/>
            <a:ext cx="244029" cy="11978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3" name="Star: 5 Points 372">
            <a:extLst>
              <a:ext uri="{FF2B5EF4-FFF2-40B4-BE49-F238E27FC236}">
                <a16:creationId xmlns:a16="http://schemas.microsoft.com/office/drawing/2014/main" id="{A60E161B-101B-E8D3-D404-CF3F76EAC1CF}"/>
              </a:ext>
            </a:extLst>
          </p:cNvPr>
          <p:cNvSpPr/>
          <p:nvPr/>
        </p:nvSpPr>
        <p:spPr>
          <a:xfrm rot="20780835">
            <a:off x="17009918" y="99193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4" name="Star: 5 Points 373">
            <a:extLst>
              <a:ext uri="{FF2B5EF4-FFF2-40B4-BE49-F238E27FC236}">
                <a16:creationId xmlns:a16="http://schemas.microsoft.com/office/drawing/2014/main" id="{7C7CDC59-432C-1A4D-A544-08EC13172128}"/>
              </a:ext>
            </a:extLst>
          </p:cNvPr>
          <p:cNvSpPr/>
          <p:nvPr/>
        </p:nvSpPr>
        <p:spPr>
          <a:xfrm rot="20780835">
            <a:off x="17302972" y="94481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5" name="Star: 5 Points 374">
            <a:extLst>
              <a:ext uri="{FF2B5EF4-FFF2-40B4-BE49-F238E27FC236}">
                <a16:creationId xmlns:a16="http://schemas.microsoft.com/office/drawing/2014/main" id="{259CEBDC-4AD6-95B4-E61C-44883EC78DE7}"/>
              </a:ext>
            </a:extLst>
          </p:cNvPr>
          <p:cNvSpPr/>
          <p:nvPr/>
        </p:nvSpPr>
        <p:spPr>
          <a:xfrm rot="20780835">
            <a:off x="16721849" y="9737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6" name="Star: 5 Points 375">
            <a:extLst>
              <a:ext uri="{FF2B5EF4-FFF2-40B4-BE49-F238E27FC236}">
                <a16:creationId xmlns:a16="http://schemas.microsoft.com/office/drawing/2014/main" id="{58D599E7-1F14-40F8-E973-F89C5AC9F5B8}"/>
              </a:ext>
            </a:extLst>
          </p:cNvPr>
          <p:cNvSpPr/>
          <p:nvPr/>
        </p:nvSpPr>
        <p:spPr>
          <a:xfrm rot="20780835">
            <a:off x="16718236" y="9432300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7" name="Star: 5 Points 376">
            <a:extLst>
              <a:ext uri="{FF2B5EF4-FFF2-40B4-BE49-F238E27FC236}">
                <a16:creationId xmlns:a16="http://schemas.microsoft.com/office/drawing/2014/main" id="{59E75541-512F-6A9C-A778-F7881CAD0D7F}"/>
              </a:ext>
            </a:extLst>
          </p:cNvPr>
          <p:cNvSpPr/>
          <p:nvPr/>
        </p:nvSpPr>
        <p:spPr>
          <a:xfrm rot="20780835">
            <a:off x="17855164" y="942680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8" name="Star: 5 Points 377">
            <a:extLst>
              <a:ext uri="{FF2B5EF4-FFF2-40B4-BE49-F238E27FC236}">
                <a16:creationId xmlns:a16="http://schemas.microsoft.com/office/drawing/2014/main" id="{1EF7B856-EEB4-C5A5-3AC8-7F4F760745BD}"/>
              </a:ext>
            </a:extLst>
          </p:cNvPr>
          <p:cNvSpPr/>
          <p:nvPr/>
        </p:nvSpPr>
        <p:spPr>
          <a:xfrm rot="20780835">
            <a:off x="13311465" y="9799442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9" name="Star: 5 Points 378">
            <a:extLst>
              <a:ext uri="{FF2B5EF4-FFF2-40B4-BE49-F238E27FC236}">
                <a16:creationId xmlns:a16="http://schemas.microsoft.com/office/drawing/2014/main" id="{D8585BDD-E128-6D3B-DDDA-62831FA84A99}"/>
              </a:ext>
            </a:extLst>
          </p:cNvPr>
          <p:cNvSpPr/>
          <p:nvPr/>
        </p:nvSpPr>
        <p:spPr>
          <a:xfrm rot="20780835">
            <a:off x="8871815" y="9676583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0" name="Star: 5 Points 379">
            <a:extLst>
              <a:ext uri="{FF2B5EF4-FFF2-40B4-BE49-F238E27FC236}">
                <a16:creationId xmlns:a16="http://schemas.microsoft.com/office/drawing/2014/main" id="{E1B7D489-0F2D-B834-2A24-9B618F748C37}"/>
              </a:ext>
            </a:extLst>
          </p:cNvPr>
          <p:cNvSpPr/>
          <p:nvPr/>
        </p:nvSpPr>
        <p:spPr>
          <a:xfrm rot="20780835" flipH="1">
            <a:off x="2502675" y="6504461"/>
            <a:ext cx="159722" cy="285214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1" name="Star: 5 Points 380">
            <a:extLst>
              <a:ext uri="{FF2B5EF4-FFF2-40B4-BE49-F238E27FC236}">
                <a16:creationId xmlns:a16="http://schemas.microsoft.com/office/drawing/2014/main" id="{C521572A-EA81-FD19-8F51-426DFBCD559F}"/>
              </a:ext>
            </a:extLst>
          </p:cNvPr>
          <p:cNvSpPr/>
          <p:nvPr/>
        </p:nvSpPr>
        <p:spPr>
          <a:xfrm rot="20780835">
            <a:off x="642200" y="56251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2" name="Star: 5 Points 381">
            <a:extLst>
              <a:ext uri="{FF2B5EF4-FFF2-40B4-BE49-F238E27FC236}">
                <a16:creationId xmlns:a16="http://schemas.microsoft.com/office/drawing/2014/main" id="{52DD7BB7-87D9-E443-3814-4EDFFCD0FCC7}"/>
              </a:ext>
            </a:extLst>
          </p:cNvPr>
          <p:cNvSpPr/>
          <p:nvPr/>
        </p:nvSpPr>
        <p:spPr>
          <a:xfrm rot="20780835">
            <a:off x="935254" y="51887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3" name="Star: 5 Points 382">
            <a:extLst>
              <a:ext uri="{FF2B5EF4-FFF2-40B4-BE49-F238E27FC236}">
                <a16:creationId xmlns:a16="http://schemas.microsoft.com/office/drawing/2014/main" id="{A1939FC1-2F49-4A21-87D7-8C0F07C941B7}"/>
              </a:ext>
            </a:extLst>
          </p:cNvPr>
          <p:cNvSpPr/>
          <p:nvPr/>
        </p:nvSpPr>
        <p:spPr>
          <a:xfrm rot="20780835">
            <a:off x="1467055" y="51789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4" name="Star: 5 Points 383">
            <a:extLst>
              <a:ext uri="{FF2B5EF4-FFF2-40B4-BE49-F238E27FC236}">
                <a16:creationId xmlns:a16="http://schemas.microsoft.com/office/drawing/2014/main" id="{E21D2964-E105-ECE4-EBD4-8514E0B2A367}"/>
              </a:ext>
            </a:extLst>
          </p:cNvPr>
          <p:cNvSpPr/>
          <p:nvPr/>
        </p:nvSpPr>
        <p:spPr>
          <a:xfrm rot="20780835">
            <a:off x="1623187" y="58259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5" name="Star: 5 Points 384">
            <a:extLst>
              <a:ext uri="{FF2B5EF4-FFF2-40B4-BE49-F238E27FC236}">
                <a16:creationId xmlns:a16="http://schemas.microsoft.com/office/drawing/2014/main" id="{A97F1EEE-19D0-0821-DB79-A7AD8AB061FA}"/>
              </a:ext>
            </a:extLst>
          </p:cNvPr>
          <p:cNvSpPr/>
          <p:nvPr/>
        </p:nvSpPr>
        <p:spPr>
          <a:xfrm rot="20780835">
            <a:off x="13191286" y="67080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6" name="Star: 5 Points 385">
            <a:extLst>
              <a:ext uri="{FF2B5EF4-FFF2-40B4-BE49-F238E27FC236}">
                <a16:creationId xmlns:a16="http://schemas.microsoft.com/office/drawing/2014/main" id="{A7AB71C4-BA80-30AB-6EF9-FDDE658E37D5}"/>
              </a:ext>
            </a:extLst>
          </p:cNvPr>
          <p:cNvSpPr/>
          <p:nvPr/>
        </p:nvSpPr>
        <p:spPr>
          <a:xfrm rot="20780835">
            <a:off x="13484340" y="627163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7" name="Star: 5 Points 386">
            <a:extLst>
              <a:ext uri="{FF2B5EF4-FFF2-40B4-BE49-F238E27FC236}">
                <a16:creationId xmlns:a16="http://schemas.microsoft.com/office/drawing/2014/main" id="{C334EF2D-CFF2-2645-C486-9A16B4A47C37}"/>
              </a:ext>
            </a:extLst>
          </p:cNvPr>
          <p:cNvSpPr/>
          <p:nvPr/>
        </p:nvSpPr>
        <p:spPr>
          <a:xfrm rot="20780835">
            <a:off x="14016141" y="6261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8" name="Star: 5 Points 387">
            <a:extLst>
              <a:ext uri="{FF2B5EF4-FFF2-40B4-BE49-F238E27FC236}">
                <a16:creationId xmlns:a16="http://schemas.microsoft.com/office/drawing/2014/main" id="{F79559B5-23F7-C642-D7D3-1E3B9C77B7D0}"/>
              </a:ext>
            </a:extLst>
          </p:cNvPr>
          <p:cNvSpPr/>
          <p:nvPr/>
        </p:nvSpPr>
        <p:spPr>
          <a:xfrm rot="20780835">
            <a:off x="14172273" y="6908809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9" name="Star: 5 Points 388">
            <a:extLst>
              <a:ext uri="{FF2B5EF4-FFF2-40B4-BE49-F238E27FC236}">
                <a16:creationId xmlns:a16="http://schemas.microsoft.com/office/drawing/2014/main" id="{6E7C19C8-176F-3B9A-5B27-96246BF19301}"/>
              </a:ext>
            </a:extLst>
          </p:cNvPr>
          <p:cNvSpPr/>
          <p:nvPr/>
        </p:nvSpPr>
        <p:spPr>
          <a:xfrm rot="20780835">
            <a:off x="14720779" y="43852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0" name="Star: 5 Points 389">
            <a:extLst>
              <a:ext uri="{FF2B5EF4-FFF2-40B4-BE49-F238E27FC236}">
                <a16:creationId xmlns:a16="http://schemas.microsoft.com/office/drawing/2014/main" id="{5A1756B4-C7FC-40E4-9CA5-D1BCEB8F6C85}"/>
              </a:ext>
            </a:extLst>
          </p:cNvPr>
          <p:cNvSpPr/>
          <p:nvPr/>
        </p:nvSpPr>
        <p:spPr>
          <a:xfrm rot="20780835">
            <a:off x="14136043" y="43694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1" name="Star: 5 Points 390">
            <a:extLst>
              <a:ext uri="{FF2B5EF4-FFF2-40B4-BE49-F238E27FC236}">
                <a16:creationId xmlns:a16="http://schemas.microsoft.com/office/drawing/2014/main" id="{E2512ED6-4326-4FF2-8BB9-E7CE99E73D04}"/>
              </a:ext>
            </a:extLst>
          </p:cNvPr>
          <p:cNvSpPr/>
          <p:nvPr/>
        </p:nvSpPr>
        <p:spPr>
          <a:xfrm rot="20780835">
            <a:off x="13656517" y="4699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2" name="Star: 5 Points 391">
            <a:extLst>
              <a:ext uri="{FF2B5EF4-FFF2-40B4-BE49-F238E27FC236}">
                <a16:creationId xmlns:a16="http://schemas.microsoft.com/office/drawing/2014/main" id="{40FF3FEF-CDCA-A06A-CD44-1CC193EB99A2}"/>
              </a:ext>
            </a:extLst>
          </p:cNvPr>
          <p:cNvSpPr/>
          <p:nvPr/>
        </p:nvSpPr>
        <p:spPr>
          <a:xfrm rot="20780835">
            <a:off x="13071781" y="46837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3" name="Star: 5 Points 392">
            <a:extLst>
              <a:ext uri="{FF2B5EF4-FFF2-40B4-BE49-F238E27FC236}">
                <a16:creationId xmlns:a16="http://schemas.microsoft.com/office/drawing/2014/main" id="{083102B1-D858-2FB2-44D3-FFA3F5F6C19E}"/>
              </a:ext>
            </a:extLst>
          </p:cNvPr>
          <p:cNvSpPr/>
          <p:nvPr/>
        </p:nvSpPr>
        <p:spPr>
          <a:xfrm rot="20780835">
            <a:off x="12583897" y="4571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4" name="Star: 5 Points 393">
            <a:extLst>
              <a:ext uri="{FF2B5EF4-FFF2-40B4-BE49-F238E27FC236}">
                <a16:creationId xmlns:a16="http://schemas.microsoft.com/office/drawing/2014/main" id="{83FC070E-3E14-ABAB-7AC3-908ED381DEC5}"/>
              </a:ext>
            </a:extLst>
          </p:cNvPr>
          <p:cNvSpPr/>
          <p:nvPr/>
        </p:nvSpPr>
        <p:spPr>
          <a:xfrm rot="20780835">
            <a:off x="11999161" y="455571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5" name="Star: 5 Points 394">
            <a:extLst>
              <a:ext uri="{FF2B5EF4-FFF2-40B4-BE49-F238E27FC236}">
                <a16:creationId xmlns:a16="http://schemas.microsoft.com/office/drawing/2014/main" id="{0A850C35-A09C-A3EB-E17B-F696E3F86305}"/>
              </a:ext>
            </a:extLst>
          </p:cNvPr>
          <p:cNvSpPr/>
          <p:nvPr/>
        </p:nvSpPr>
        <p:spPr>
          <a:xfrm rot="20780835">
            <a:off x="15738428" y="47863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6" name="Star: 5 Points 395">
            <a:extLst>
              <a:ext uri="{FF2B5EF4-FFF2-40B4-BE49-F238E27FC236}">
                <a16:creationId xmlns:a16="http://schemas.microsoft.com/office/drawing/2014/main" id="{9C72E936-7C13-B707-EBAB-1E940C6219BB}"/>
              </a:ext>
            </a:extLst>
          </p:cNvPr>
          <p:cNvSpPr/>
          <p:nvPr/>
        </p:nvSpPr>
        <p:spPr>
          <a:xfrm rot="20780835">
            <a:off x="15153692" y="477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6" name="Gambar 4">
            <a:extLst>
              <a:ext uri="{FF2B5EF4-FFF2-40B4-BE49-F238E27FC236}">
                <a16:creationId xmlns:a16="http://schemas.microsoft.com/office/drawing/2014/main" id="{4ADC94A7-EEFE-1E4C-BDF7-75EB1FEF2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43" y="5472653"/>
            <a:ext cx="4833437" cy="11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9530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5B9B-F9F9-F762-C65C-383E46DC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A60570A0-927C-1AB1-78E0-2D5511D2F6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97" r="1695" b="7827"/>
          <a:stretch>
            <a:fillRect/>
          </a:stretch>
        </p:blipFill>
        <p:spPr>
          <a:xfrm>
            <a:off x="0" y="1983406"/>
            <a:ext cx="18287999" cy="8303593"/>
          </a:xfrm>
          <a:prstGeom prst="rect">
            <a:avLst/>
          </a:prstGeom>
        </p:spPr>
      </p:pic>
      <p:pic>
        <p:nvPicPr>
          <p:cNvPr id="10" name="Gambar 9">
            <a:extLst>
              <a:ext uri="{FF2B5EF4-FFF2-40B4-BE49-F238E27FC236}">
                <a16:creationId xmlns:a16="http://schemas.microsoft.com/office/drawing/2014/main" id="{8DC0FFC5-758E-4339-31F1-55464BCC6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123" y="2695274"/>
            <a:ext cx="6230076" cy="549353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0376020B-709F-644F-3F42-CBF673029626}"/>
              </a:ext>
            </a:extLst>
          </p:cNvPr>
          <p:cNvSpPr txBox="1"/>
          <p:nvPr/>
        </p:nvSpPr>
        <p:spPr>
          <a:xfrm>
            <a:off x="-1" y="8447884"/>
            <a:ext cx="9144000" cy="1892826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sv-SE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Proses Finalisasi</a:t>
            </a:r>
            <a:r>
              <a:rPr lang="sv-SE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:</a:t>
            </a:r>
            <a:endParaRPr lang="id-ID" b="0" u="none" strike="noStrik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sv-SE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Klik tombol </a:t>
            </a:r>
            <a:r>
              <a:rPr lang="sv-SE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Finalisasi</a:t>
            </a:r>
            <a:r>
              <a:rPr lang="sv-SE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.</a:t>
            </a:r>
            <a:endParaRPr lang="id-ID" b="0" u="none" strike="noStrik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sv-SE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Sistem akan menampilkan ringkasan rincian iuran (JKK, JKM, JHT, JP).</a:t>
            </a:r>
            <a:endParaRPr lang="id-ID" b="0" u="none" strike="noStrik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Display" panose="020B0004020202020204" pitchFamily="34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AutoNum type="arabicParenR"/>
            </a:pPr>
            <a:r>
              <a:rPr lang="sv-SE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Klik </a:t>
            </a:r>
            <a:r>
              <a:rPr lang="sv-SE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Ya</a:t>
            </a:r>
            <a:r>
              <a:rPr lang="sv-SE" b="0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pada konfirmasi "Apakah anda yakin?".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8E65FC-1E1E-E7AB-AC67-8F92E9782C23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6" name="Google Shape;149;p4">
              <a:extLst>
                <a:ext uri="{FF2B5EF4-FFF2-40B4-BE49-F238E27FC236}">
                  <a16:creationId xmlns:a16="http://schemas.microsoft.com/office/drawing/2014/main" id="{6644BD11-8138-C2C5-9704-BF99CA612F0F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Finalisasi Pembayaran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ersegi Panjang 8">
              <a:extLst>
                <a:ext uri="{FF2B5EF4-FFF2-40B4-BE49-F238E27FC236}">
                  <a16:creationId xmlns:a16="http://schemas.microsoft.com/office/drawing/2014/main" id="{D62D27B1-76B1-1000-A9DC-63347EE30B29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5CEBA8B-28C4-62CE-081C-79D355143A8F}"/>
              </a:ext>
            </a:extLst>
          </p:cNvPr>
          <p:cNvSpPr/>
          <p:nvPr/>
        </p:nvSpPr>
        <p:spPr>
          <a:xfrm>
            <a:off x="12984480" y="2238074"/>
            <a:ext cx="4678680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001116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B3B3-CE5A-C6E4-5881-47D08B99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DFD5A66F-D0EE-ECC9-6841-99B8E954D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45" r="1431" b="6208"/>
          <a:stretch>
            <a:fillRect/>
          </a:stretch>
        </p:blipFill>
        <p:spPr>
          <a:xfrm>
            <a:off x="0" y="2030738"/>
            <a:ext cx="18288000" cy="8256262"/>
          </a:xfrm>
          <a:prstGeom prst="rect">
            <a:avLst/>
          </a:prstGeom>
        </p:spPr>
      </p:pic>
      <p:sp>
        <p:nvSpPr>
          <p:cNvPr id="3" name="Kotak Teks 2">
            <a:extLst>
              <a:ext uri="{FF2B5EF4-FFF2-40B4-BE49-F238E27FC236}">
                <a16:creationId xmlns:a16="http://schemas.microsoft.com/office/drawing/2014/main" id="{52D89BC0-5B09-218A-16F7-9B6F66C343B4}"/>
              </a:ext>
            </a:extLst>
          </p:cNvPr>
          <p:cNvSpPr txBox="1"/>
          <p:nvPr/>
        </p:nvSpPr>
        <p:spPr>
          <a:xfrm>
            <a:off x="0" y="9271337"/>
            <a:ext cx="8001000" cy="1015663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id-ID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Dapatkan Kode Pembayaran:</a:t>
            </a:r>
          </a:p>
          <a:p>
            <a:pPr marL="457200" indent="-457200">
              <a:buAutoNum type="arabicParenR"/>
            </a:pP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Setelah sukses, sistem akan menerbitkan Kode Pembayaran (12 digit).</a:t>
            </a:r>
          </a:p>
          <a:p>
            <a:pPr marL="457200" indent="-457200">
              <a:buAutoNum type="arabicParenR"/>
            </a:pP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Unduh atau cetak </a:t>
            </a: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Billing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</a:t>
            </a:r>
            <a:r>
              <a:rPr lang="id-ID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Statement</a:t>
            </a:r>
            <a:r>
              <a:rPr lang="id-ID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 sebagai lampiran pembayaran.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9856F-5C3E-3E14-AFE1-BA7D0636D9FB}"/>
              </a:ext>
            </a:extLst>
          </p:cNvPr>
          <p:cNvSpPr/>
          <p:nvPr/>
        </p:nvSpPr>
        <p:spPr>
          <a:xfrm>
            <a:off x="13243560" y="2199241"/>
            <a:ext cx="4328160" cy="3458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9BCAB3-005A-210A-77F5-DE844DA4B3A0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10" name="Google Shape;149;p4">
              <a:extLst>
                <a:ext uri="{FF2B5EF4-FFF2-40B4-BE49-F238E27FC236}">
                  <a16:creationId xmlns:a16="http://schemas.microsoft.com/office/drawing/2014/main" id="{F268461D-36B4-2978-DBB9-C80D7F7D10CB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Finalisasi Pembayaran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Persegi Panjang 8">
              <a:extLst>
                <a:ext uri="{FF2B5EF4-FFF2-40B4-BE49-F238E27FC236}">
                  <a16:creationId xmlns:a16="http://schemas.microsoft.com/office/drawing/2014/main" id="{5E2B28DD-5DD3-E178-CA08-BA742485D94F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46782628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D9070-930A-2A2E-5135-87D25740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20498A33-ACB0-111D-C4E1-3E8493633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88" b="6203"/>
          <a:stretch>
            <a:fillRect/>
          </a:stretch>
        </p:blipFill>
        <p:spPr>
          <a:xfrm>
            <a:off x="0" y="2178098"/>
            <a:ext cx="19156680" cy="823082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BBB32B3-400C-75C3-AB6B-22881C85DA93}"/>
              </a:ext>
            </a:extLst>
          </p:cNvPr>
          <p:cNvSpPr/>
          <p:nvPr/>
        </p:nvSpPr>
        <p:spPr>
          <a:xfrm>
            <a:off x="10011905" y="8245098"/>
            <a:ext cx="3673098" cy="145684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A1992B-EF7D-F1D9-7227-6AEBCE77CCDC}"/>
              </a:ext>
            </a:extLst>
          </p:cNvPr>
          <p:cNvGrpSpPr/>
          <p:nvPr/>
        </p:nvGrpSpPr>
        <p:grpSpPr>
          <a:xfrm>
            <a:off x="555171" y="397411"/>
            <a:ext cx="4780823" cy="689420"/>
            <a:chOff x="555171" y="397411"/>
            <a:chExt cx="4780823" cy="689420"/>
          </a:xfrm>
        </p:grpSpPr>
        <p:sp>
          <p:nvSpPr>
            <p:cNvPr id="4" name="Google Shape;149;p4">
              <a:extLst>
                <a:ext uri="{FF2B5EF4-FFF2-40B4-BE49-F238E27FC236}">
                  <a16:creationId xmlns:a16="http://schemas.microsoft.com/office/drawing/2014/main" id="{8091BECC-148A-CB37-BC85-7CB63E4BC2FC}"/>
                </a:ext>
              </a:extLst>
            </p:cNvPr>
            <p:cNvSpPr txBox="1"/>
            <p:nvPr/>
          </p:nvSpPr>
          <p:spPr>
            <a:xfrm>
              <a:off x="832989" y="397411"/>
              <a:ext cx="4503005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id-ID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" panose="020B0502040204020203" pitchFamily="34" charset="0"/>
                  <a:cs typeface="Arial" panose="020B0604020202020204" pitchFamily="34" charset="0"/>
                  <a:sym typeface="Arial"/>
                </a:rPr>
                <a:t>Finalisasi Pembayaran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Persegi Panjang 8">
              <a:extLst>
                <a:ext uri="{FF2B5EF4-FFF2-40B4-BE49-F238E27FC236}">
                  <a16:creationId xmlns:a16="http://schemas.microsoft.com/office/drawing/2014/main" id="{9C2BCBD8-0CA2-31D8-C3E7-455BD28EBF00}"/>
                </a:ext>
              </a:extLst>
            </p:cNvPr>
            <p:cNvSpPr/>
            <p:nvPr/>
          </p:nvSpPr>
          <p:spPr>
            <a:xfrm>
              <a:off x="555171" y="566005"/>
              <a:ext cx="89446" cy="4384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99FC8-8807-BD76-7C9E-B3CA5366BE00}"/>
              </a:ext>
            </a:extLst>
          </p:cNvPr>
          <p:cNvSpPr/>
          <p:nvPr/>
        </p:nvSpPr>
        <p:spPr>
          <a:xfrm>
            <a:off x="3355640" y="6120588"/>
            <a:ext cx="4486501" cy="4041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67891-6E7E-8742-431E-C9215F30F138}"/>
              </a:ext>
            </a:extLst>
          </p:cNvPr>
          <p:cNvSpPr/>
          <p:nvPr/>
        </p:nvSpPr>
        <p:spPr>
          <a:xfrm>
            <a:off x="3355640" y="6908419"/>
            <a:ext cx="4486501" cy="4041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037890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65D40A9-4C60-D88B-DDFC-039175D4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E494A8F9-9E14-CC29-BDD6-DBA7A2CBE2FC}"/>
              </a:ext>
            </a:extLst>
          </p:cNvPr>
          <p:cNvSpPr/>
          <p:nvPr/>
        </p:nvSpPr>
        <p:spPr>
          <a:xfrm>
            <a:off x="12667298" y="3583305"/>
            <a:ext cx="88583" cy="91440"/>
          </a:xfrm>
          <a:custGeom>
            <a:avLst/>
            <a:gdLst/>
            <a:ahLst/>
            <a:cxnLst/>
            <a:rect l="l" t="t" r="r" b="b"/>
            <a:pathLst>
              <a:path w="78740" h="81280" extrusionOk="0">
                <a:moveTo>
                  <a:pt x="78740" y="41910"/>
                </a:moveTo>
                <a:cubicBezTo>
                  <a:pt x="53340" y="80010"/>
                  <a:pt x="35560" y="81280"/>
                  <a:pt x="25400" y="77470"/>
                </a:cubicBezTo>
                <a:cubicBezTo>
                  <a:pt x="16510" y="73660"/>
                  <a:pt x="5080" y="60960"/>
                  <a:pt x="2540" y="50800"/>
                </a:cubicBezTo>
                <a:cubicBezTo>
                  <a:pt x="0" y="40640"/>
                  <a:pt x="5080" y="24130"/>
                  <a:pt x="12700" y="16510"/>
                </a:cubicBezTo>
                <a:cubicBezTo>
                  <a:pt x="19050" y="8890"/>
                  <a:pt x="35560" y="2540"/>
                  <a:pt x="45720" y="5080"/>
                </a:cubicBezTo>
                <a:cubicBezTo>
                  <a:pt x="57150" y="6350"/>
                  <a:pt x="69850" y="16510"/>
                  <a:pt x="74930" y="26670"/>
                </a:cubicBezTo>
                <a:cubicBezTo>
                  <a:pt x="78740" y="35560"/>
                  <a:pt x="78740" y="53340"/>
                  <a:pt x="72390" y="62230"/>
                </a:cubicBezTo>
                <a:cubicBezTo>
                  <a:pt x="67310" y="71120"/>
                  <a:pt x="52070" y="78740"/>
                  <a:pt x="41910" y="80010"/>
                </a:cubicBezTo>
                <a:cubicBezTo>
                  <a:pt x="34290" y="81280"/>
                  <a:pt x="25400" y="78740"/>
                  <a:pt x="19050" y="73660"/>
                </a:cubicBezTo>
                <a:cubicBezTo>
                  <a:pt x="11430" y="67310"/>
                  <a:pt x="2540" y="53340"/>
                  <a:pt x="1270" y="41910"/>
                </a:cubicBezTo>
                <a:cubicBezTo>
                  <a:pt x="1270" y="31750"/>
                  <a:pt x="7620" y="16510"/>
                  <a:pt x="15240" y="8890"/>
                </a:cubicBezTo>
                <a:cubicBezTo>
                  <a:pt x="21590" y="3810"/>
                  <a:pt x="33020" y="0"/>
                  <a:pt x="40640" y="0"/>
                </a:cubicBezTo>
                <a:cubicBezTo>
                  <a:pt x="49530" y="0"/>
                  <a:pt x="59690" y="5080"/>
                  <a:pt x="66040" y="10160"/>
                </a:cubicBezTo>
                <a:cubicBezTo>
                  <a:pt x="72390" y="16510"/>
                  <a:pt x="78740" y="35560"/>
                  <a:pt x="78740" y="35560"/>
                </a:cubicBezTo>
              </a:path>
            </a:pathLst>
          </a:custGeom>
          <a:solidFill>
            <a:srgbClr val="E719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0EFE1-3CDB-097F-3CE0-E5F43F0608F3}"/>
              </a:ext>
            </a:extLst>
          </p:cNvPr>
          <p:cNvSpPr txBox="1"/>
          <p:nvPr/>
        </p:nvSpPr>
        <p:spPr>
          <a:xfrm>
            <a:off x="16361229" y="26615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d-ID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AE02CCE-1CC2-C903-537E-F99A0DB1356E}"/>
              </a:ext>
            </a:extLst>
          </p:cNvPr>
          <p:cNvSpPr/>
          <p:nvPr/>
        </p:nvSpPr>
        <p:spPr>
          <a:xfrm rot="20938781">
            <a:off x="159281" y="8990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3D0D3BDD-4AA4-8BED-3E01-F3EBE9DEBD67}"/>
              </a:ext>
            </a:extLst>
          </p:cNvPr>
          <p:cNvSpPr/>
          <p:nvPr/>
        </p:nvSpPr>
        <p:spPr>
          <a:xfrm rot="20938781">
            <a:off x="122690" y="5376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AF1DA402-3B5F-BB23-48C5-23D65472370B}"/>
              </a:ext>
            </a:extLst>
          </p:cNvPr>
          <p:cNvSpPr/>
          <p:nvPr/>
        </p:nvSpPr>
        <p:spPr>
          <a:xfrm rot="20938781">
            <a:off x="415744" y="101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8E4EAA6-A420-783C-9354-990448F6821E}"/>
              </a:ext>
            </a:extLst>
          </p:cNvPr>
          <p:cNvSpPr/>
          <p:nvPr/>
        </p:nvSpPr>
        <p:spPr>
          <a:xfrm rot="20938781">
            <a:off x="415743" y="10637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FE0AF7CA-1AA4-2BAD-76E2-2EFB4C67C21C}"/>
              </a:ext>
            </a:extLst>
          </p:cNvPr>
          <p:cNvSpPr/>
          <p:nvPr/>
        </p:nvSpPr>
        <p:spPr>
          <a:xfrm rot="20938781">
            <a:off x="708797" y="5925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1C8CC8BD-AD71-A8BD-1B67-34399458AF3A}"/>
              </a:ext>
            </a:extLst>
          </p:cNvPr>
          <p:cNvSpPr/>
          <p:nvPr/>
        </p:nvSpPr>
        <p:spPr>
          <a:xfrm rot="20938781">
            <a:off x="1001851" y="1561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36F968ED-CBDB-D714-76CF-EF0559900CBF}"/>
              </a:ext>
            </a:extLst>
          </p:cNvPr>
          <p:cNvSpPr/>
          <p:nvPr/>
        </p:nvSpPr>
        <p:spPr>
          <a:xfrm rot="20780835">
            <a:off x="415744" y="315114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BED06A47-EB08-7179-EE87-267645C70F45}"/>
              </a:ext>
            </a:extLst>
          </p:cNvPr>
          <p:cNvSpPr/>
          <p:nvPr/>
        </p:nvSpPr>
        <p:spPr>
          <a:xfrm rot="20780835">
            <a:off x="708798" y="25667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06D4DA53-9A2C-1082-7CEC-BA6EC49D0CB2}"/>
              </a:ext>
            </a:extLst>
          </p:cNvPr>
          <p:cNvSpPr/>
          <p:nvPr/>
        </p:nvSpPr>
        <p:spPr>
          <a:xfrm rot="20780835">
            <a:off x="1001852" y="2130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F03B9357-108D-6D03-FA79-FE4C95879B8A}"/>
              </a:ext>
            </a:extLst>
          </p:cNvPr>
          <p:cNvSpPr/>
          <p:nvPr/>
        </p:nvSpPr>
        <p:spPr>
          <a:xfrm rot="20780835">
            <a:off x="415745" y="5012279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F65906F3-666D-91F4-BBBF-0A38FA215B9E}"/>
              </a:ext>
            </a:extLst>
          </p:cNvPr>
          <p:cNvSpPr/>
          <p:nvPr/>
        </p:nvSpPr>
        <p:spPr>
          <a:xfrm rot="20780835">
            <a:off x="708799" y="45410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54CAFF91-FF49-A7C2-D8B0-72DDD04A7F85}"/>
              </a:ext>
            </a:extLst>
          </p:cNvPr>
          <p:cNvSpPr/>
          <p:nvPr/>
        </p:nvSpPr>
        <p:spPr>
          <a:xfrm rot="20780835">
            <a:off x="1001853" y="41046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6EE74189-228F-07E8-7CC2-28DE1186B1B5}"/>
              </a:ext>
            </a:extLst>
          </p:cNvPr>
          <p:cNvSpPr/>
          <p:nvPr/>
        </p:nvSpPr>
        <p:spPr>
          <a:xfrm rot="20780835">
            <a:off x="415746" y="69865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C93EC7AC-1760-3D9B-A06A-B2E8A2B6E130}"/>
              </a:ext>
            </a:extLst>
          </p:cNvPr>
          <p:cNvSpPr/>
          <p:nvPr/>
        </p:nvSpPr>
        <p:spPr>
          <a:xfrm rot="20780835">
            <a:off x="708800" y="65152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9CB464DF-AE10-AE0E-5B29-54220058BCE8}"/>
              </a:ext>
            </a:extLst>
          </p:cNvPr>
          <p:cNvSpPr/>
          <p:nvPr/>
        </p:nvSpPr>
        <p:spPr>
          <a:xfrm rot="20780835">
            <a:off x="1009275" y="608535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FCAABD10-A2D9-6001-5DAD-F6BFBBE6A488}"/>
              </a:ext>
            </a:extLst>
          </p:cNvPr>
          <p:cNvSpPr/>
          <p:nvPr/>
        </p:nvSpPr>
        <p:spPr>
          <a:xfrm rot="20780835">
            <a:off x="3975374" y="3034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B99A3150-99C0-2D89-87A7-0ED2F75766D1}"/>
              </a:ext>
            </a:extLst>
          </p:cNvPr>
          <p:cNvSpPr/>
          <p:nvPr/>
        </p:nvSpPr>
        <p:spPr>
          <a:xfrm rot="20780835">
            <a:off x="4268428" y="2563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D82A11FD-BA5B-4F5E-5443-F615B59F5312}"/>
              </a:ext>
            </a:extLst>
          </p:cNvPr>
          <p:cNvSpPr/>
          <p:nvPr/>
        </p:nvSpPr>
        <p:spPr>
          <a:xfrm rot="20780835">
            <a:off x="4561482" y="21270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82A06EB1-5C85-EA7C-9C9A-808E30DD4867}"/>
              </a:ext>
            </a:extLst>
          </p:cNvPr>
          <p:cNvSpPr/>
          <p:nvPr/>
        </p:nvSpPr>
        <p:spPr>
          <a:xfrm rot="20780835">
            <a:off x="2407831" y="15034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9358E054-E538-9F18-9CCF-EE619EEC6C82}"/>
              </a:ext>
            </a:extLst>
          </p:cNvPr>
          <p:cNvSpPr/>
          <p:nvPr/>
        </p:nvSpPr>
        <p:spPr>
          <a:xfrm rot="20780835">
            <a:off x="2700885" y="10322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250C6873-BA9B-D5C8-D002-FC8B356F7BD1}"/>
              </a:ext>
            </a:extLst>
          </p:cNvPr>
          <p:cNvSpPr/>
          <p:nvPr/>
        </p:nvSpPr>
        <p:spPr>
          <a:xfrm rot="20780835">
            <a:off x="2993939" y="59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38248235-E341-8932-7B66-2918DD6E4D0B}"/>
              </a:ext>
            </a:extLst>
          </p:cNvPr>
          <p:cNvSpPr/>
          <p:nvPr/>
        </p:nvSpPr>
        <p:spPr>
          <a:xfrm rot="20780835">
            <a:off x="2497364" y="37343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3A779BEB-A050-A7CE-8786-D43E0ADA5988}"/>
              </a:ext>
            </a:extLst>
          </p:cNvPr>
          <p:cNvSpPr/>
          <p:nvPr/>
        </p:nvSpPr>
        <p:spPr>
          <a:xfrm rot="20780835">
            <a:off x="2790418" y="32630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A794A036-DF4D-5897-7B45-9870B8F14C87}"/>
              </a:ext>
            </a:extLst>
          </p:cNvPr>
          <p:cNvSpPr/>
          <p:nvPr/>
        </p:nvSpPr>
        <p:spPr>
          <a:xfrm rot="20780835">
            <a:off x="3083472" y="28266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4A89103E-2A69-2E30-803B-45DBAB0FD278}"/>
              </a:ext>
            </a:extLst>
          </p:cNvPr>
          <p:cNvSpPr/>
          <p:nvPr/>
        </p:nvSpPr>
        <p:spPr>
          <a:xfrm rot="20780835">
            <a:off x="15355840" y="61186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978D29A0-91DD-D872-56D3-64506DAFF8A2}"/>
              </a:ext>
            </a:extLst>
          </p:cNvPr>
          <p:cNvSpPr/>
          <p:nvPr/>
        </p:nvSpPr>
        <p:spPr>
          <a:xfrm rot="20780835">
            <a:off x="15648894" y="56474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C56DBB60-AF51-F8AB-9BDD-E45E1311C695}"/>
              </a:ext>
            </a:extLst>
          </p:cNvPr>
          <p:cNvSpPr/>
          <p:nvPr/>
        </p:nvSpPr>
        <p:spPr>
          <a:xfrm rot="20780835">
            <a:off x="15941948" y="52110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0CF17F7A-3C8C-B4D7-2FCC-B91933564735}"/>
              </a:ext>
            </a:extLst>
          </p:cNvPr>
          <p:cNvSpPr/>
          <p:nvPr/>
        </p:nvSpPr>
        <p:spPr>
          <a:xfrm rot="20780835">
            <a:off x="13566984" y="1583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D9042908-ECA4-21B5-91C3-0E82DEFE24A6}"/>
              </a:ext>
            </a:extLst>
          </p:cNvPr>
          <p:cNvSpPr/>
          <p:nvPr/>
        </p:nvSpPr>
        <p:spPr>
          <a:xfrm rot="20780835">
            <a:off x="13021027" y="263200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08DF4B14-5008-69AD-3312-A0C9FA14ED32}"/>
              </a:ext>
            </a:extLst>
          </p:cNvPr>
          <p:cNvSpPr/>
          <p:nvPr/>
        </p:nvSpPr>
        <p:spPr>
          <a:xfrm rot="20780835">
            <a:off x="14153092" y="67596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8FEEA93D-B92E-3B20-0EE6-75B9A2CC1F87}"/>
              </a:ext>
            </a:extLst>
          </p:cNvPr>
          <p:cNvSpPr/>
          <p:nvPr/>
        </p:nvSpPr>
        <p:spPr>
          <a:xfrm rot="20780835">
            <a:off x="9229052" y="19398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CC262F0A-B4F7-2B35-733B-299210F09A03}"/>
              </a:ext>
            </a:extLst>
          </p:cNvPr>
          <p:cNvSpPr/>
          <p:nvPr/>
        </p:nvSpPr>
        <p:spPr>
          <a:xfrm rot="20780835">
            <a:off x="9522106" y="146858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AAF2643F-CDF5-FEE2-D3E6-76EDFBB1F602}"/>
              </a:ext>
            </a:extLst>
          </p:cNvPr>
          <p:cNvSpPr/>
          <p:nvPr/>
        </p:nvSpPr>
        <p:spPr>
          <a:xfrm rot="20780835">
            <a:off x="9815160" y="1032203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" name="Star: 5 Points 46">
            <a:extLst>
              <a:ext uri="{FF2B5EF4-FFF2-40B4-BE49-F238E27FC236}">
                <a16:creationId xmlns:a16="http://schemas.microsoft.com/office/drawing/2014/main" id="{ECC060AF-D918-9BC9-14CE-88FC6942379E}"/>
              </a:ext>
            </a:extLst>
          </p:cNvPr>
          <p:cNvSpPr/>
          <p:nvPr/>
        </p:nvSpPr>
        <p:spPr>
          <a:xfrm rot="20780835">
            <a:off x="5381353" y="20845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0C273338-803C-FB6B-754F-18F24EE39FE6}"/>
              </a:ext>
            </a:extLst>
          </p:cNvPr>
          <p:cNvSpPr/>
          <p:nvPr/>
        </p:nvSpPr>
        <p:spPr>
          <a:xfrm rot="20780835">
            <a:off x="5674407" y="16132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F9EBEAA9-AC78-E80B-8DAE-171E44B4E277}"/>
              </a:ext>
            </a:extLst>
          </p:cNvPr>
          <p:cNvSpPr/>
          <p:nvPr/>
        </p:nvSpPr>
        <p:spPr>
          <a:xfrm rot="20780835">
            <a:off x="5967461" y="117688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CDCED893-111E-9CB2-175A-3D66FD670315}"/>
              </a:ext>
            </a:extLst>
          </p:cNvPr>
          <p:cNvSpPr/>
          <p:nvPr/>
        </p:nvSpPr>
        <p:spPr>
          <a:xfrm rot="20780835">
            <a:off x="1533654" y="22291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A09F501C-2587-4665-2FAC-0E400CED6B9B}"/>
              </a:ext>
            </a:extLst>
          </p:cNvPr>
          <p:cNvSpPr/>
          <p:nvPr/>
        </p:nvSpPr>
        <p:spPr>
          <a:xfrm rot="20780835">
            <a:off x="1826708" y="1757944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8337B14D-E4F1-1DF1-13F8-12C0661F4772}"/>
              </a:ext>
            </a:extLst>
          </p:cNvPr>
          <p:cNvSpPr/>
          <p:nvPr/>
        </p:nvSpPr>
        <p:spPr>
          <a:xfrm rot="20780835">
            <a:off x="2119762" y="13215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31755F6A-16D4-CF94-EB4E-310C2D8877BB}"/>
              </a:ext>
            </a:extLst>
          </p:cNvPr>
          <p:cNvSpPr/>
          <p:nvPr/>
        </p:nvSpPr>
        <p:spPr>
          <a:xfrm rot="20780835">
            <a:off x="4235801" y="13275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EC3497FC-1D8F-7459-2F8E-6DACD9CD4BE8}"/>
              </a:ext>
            </a:extLst>
          </p:cNvPr>
          <p:cNvSpPr/>
          <p:nvPr/>
        </p:nvSpPr>
        <p:spPr>
          <a:xfrm rot="20780835">
            <a:off x="4528855" y="8562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4426B3D9-E43D-59A6-643A-2ABEC4FA8B1D}"/>
              </a:ext>
            </a:extLst>
          </p:cNvPr>
          <p:cNvSpPr/>
          <p:nvPr/>
        </p:nvSpPr>
        <p:spPr>
          <a:xfrm rot="20780835">
            <a:off x="4821909" y="4199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E6B8906B-D687-DB1D-908E-29AACA5AEDC3}"/>
              </a:ext>
            </a:extLst>
          </p:cNvPr>
          <p:cNvSpPr/>
          <p:nvPr/>
        </p:nvSpPr>
        <p:spPr>
          <a:xfrm rot="20780835">
            <a:off x="6665278" y="11768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D7AAEC8E-B9C2-38A2-AFEF-EBDCB8F4D36B}"/>
              </a:ext>
            </a:extLst>
          </p:cNvPr>
          <p:cNvSpPr/>
          <p:nvPr/>
        </p:nvSpPr>
        <p:spPr>
          <a:xfrm rot="20780835">
            <a:off x="6958332" y="7056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DCA2A6DE-454F-A485-542F-AB1448E3E41B}"/>
              </a:ext>
            </a:extLst>
          </p:cNvPr>
          <p:cNvSpPr/>
          <p:nvPr/>
        </p:nvSpPr>
        <p:spPr>
          <a:xfrm rot="20780835">
            <a:off x="7271329" y="271877"/>
            <a:ext cx="123054" cy="24373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highlight>
                <a:srgbClr val="FF0000"/>
              </a:highlight>
            </a:endParaRPr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33D28537-A872-EA05-F38F-3E026C0A03AE}"/>
              </a:ext>
            </a:extLst>
          </p:cNvPr>
          <p:cNvSpPr/>
          <p:nvPr/>
        </p:nvSpPr>
        <p:spPr>
          <a:xfrm rot="20780835">
            <a:off x="9094755" y="10262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EE4EB64B-2F7E-C669-76FE-297368F0F259}"/>
              </a:ext>
            </a:extLst>
          </p:cNvPr>
          <p:cNvSpPr/>
          <p:nvPr/>
        </p:nvSpPr>
        <p:spPr>
          <a:xfrm rot="20780835">
            <a:off x="9387809" y="55497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B1B209FC-1625-0426-2C3A-4B3F46CC7389}"/>
              </a:ext>
            </a:extLst>
          </p:cNvPr>
          <p:cNvSpPr/>
          <p:nvPr/>
        </p:nvSpPr>
        <p:spPr>
          <a:xfrm rot="20780835">
            <a:off x="9680863" y="118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198166C3-C1B6-6E28-637E-FCADE81E6E39}"/>
              </a:ext>
            </a:extLst>
          </p:cNvPr>
          <p:cNvSpPr/>
          <p:nvPr/>
        </p:nvSpPr>
        <p:spPr>
          <a:xfrm rot="20780835">
            <a:off x="11524232" y="8755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5C739FD4-F61B-2196-E661-60721EC76F01}"/>
              </a:ext>
            </a:extLst>
          </p:cNvPr>
          <p:cNvSpPr/>
          <p:nvPr/>
        </p:nvSpPr>
        <p:spPr>
          <a:xfrm rot="20780835">
            <a:off x="11817286" y="4043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8489F5D3-3C8B-06BF-DD74-17D990ADBC30}"/>
              </a:ext>
            </a:extLst>
          </p:cNvPr>
          <p:cNvSpPr/>
          <p:nvPr/>
        </p:nvSpPr>
        <p:spPr>
          <a:xfrm rot="20780835">
            <a:off x="12110340" y="-320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F9D11664-1468-E063-B1A9-0BA685AD59DF}"/>
              </a:ext>
            </a:extLst>
          </p:cNvPr>
          <p:cNvSpPr/>
          <p:nvPr/>
        </p:nvSpPr>
        <p:spPr>
          <a:xfrm rot="20780835">
            <a:off x="13953709" y="7249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C5BBA039-DF0E-72FC-514C-594C8899DF6F}"/>
              </a:ext>
            </a:extLst>
          </p:cNvPr>
          <p:cNvSpPr/>
          <p:nvPr/>
        </p:nvSpPr>
        <p:spPr>
          <a:xfrm rot="20780835">
            <a:off x="14246763" y="25365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453A993E-66C0-30BF-CEB1-F12531A84BBE}"/>
              </a:ext>
            </a:extLst>
          </p:cNvPr>
          <p:cNvSpPr/>
          <p:nvPr/>
        </p:nvSpPr>
        <p:spPr>
          <a:xfrm rot="20780835">
            <a:off x="16383186" y="5742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3DB2E09A-18CE-5561-3093-95CCFB703AD8}"/>
              </a:ext>
            </a:extLst>
          </p:cNvPr>
          <p:cNvSpPr/>
          <p:nvPr/>
        </p:nvSpPr>
        <p:spPr>
          <a:xfrm rot="20780835">
            <a:off x="16676240" y="102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4C4AF173-F0E1-D882-0CBC-228BCA10DF23}"/>
              </a:ext>
            </a:extLst>
          </p:cNvPr>
          <p:cNvSpPr/>
          <p:nvPr/>
        </p:nvSpPr>
        <p:spPr>
          <a:xfrm rot="20780835">
            <a:off x="16423811" y="17785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6B79978D-107D-9EAD-0477-EAC47D83870F}"/>
              </a:ext>
            </a:extLst>
          </p:cNvPr>
          <p:cNvSpPr/>
          <p:nvPr/>
        </p:nvSpPr>
        <p:spPr>
          <a:xfrm rot="20780835">
            <a:off x="16716865" y="13073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80E8EB5A-BADB-E1AB-AE40-70984328B098}"/>
              </a:ext>
            </a:extLst>
          </p:cNvPr>
          <p:cNvSpPr/>
          <p:nvPr/>
        </p:nvSpPr>
        <p:spPr>
          <a:xfrm rot="20780835">
            <a:off x="17009919" y="8709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51E0B33E-D0CC-45E8-FB6D-60DD17125C70}"/>
              </a:ext>
            </a:extLst>
          </p:cNvPr>
          <p:cNvSpPr/>
          <p:nvPr/>
        </p:nvSpPr>
        <p:spPr>
          <a:xfrm rot="20780835">
            <a:off x="4705710" y="70586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D9B9B111-1568-0291-3429-AB5BBE4DFDC2}"/>
              </a:ext>
            </a:extLst>
          </p:cNvPr>
          <p:cNvSpPr/>
          <p:nvPr/>
        </p:nvSpPr>
        <p:spPr>
          <a:xfrm rot="20780835">
            <a:off x="5024311" y="6576783"/>
            <a:ext cx="227792" cy="3037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E8024FA4-9749-7D04-BA0D-6052BADAD838}"/>
              </a:ext>
            </a:extLst>
          </p:cNvPr>
          <p:cNvSpPr/>
          <p:nvPr/>
        </p:nvSpPr>
        <p:spPr>
          <a:xfrm rot="20780835">
            <a:off x="5291818" y="615098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1EFC5E5A-8AE3-A498-3488-4C4861781F42}"/>
              </a:ext>
            </a:extLst>
          </p:cNvPr>
          <p:cNvSpPr/>
          <p:nvPr/>
        </p:nvSpPr>
        <p:spPr>
          <a:xfrm rot="20780835">
            <a:off x="3138167" y="55273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8FAB9E5F-BD38-D93E-9292-D6FDC0336941}"/>
              </a:ext>
            </a:extLst>
          </p:cNvPr>
          <p:cNvSpPr/>
          <p:nvPr/>
        </p:nvSpPr>
        <p:spPr>
          <a:xfrm rot="20780835">
            <a:off x="3431221" y="5056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0632C100-2600-FB61-C5CC-4CC7FA1550DE}"/>
              </a:ext>
            </a:extLst>
          </p:cNvPr>
          <p:cNvSpPr/>
          <p:nvPr/>
        </p:nvSpPr>
        <p:spPr>
          <a:xfrm rot="20780835">
            <a:off x="3813808" y="68505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E7D3BF3A-C229-B834-EC50-81B9C77DAEFB}"/>
              </a:ext>
            </a:extLst>
          </p:cNvPr>
          <p:cNvSpPr/>
          <p:nvPr/>
        </p:nvSpPr>
        <p:spPr>
          <a:xfrm rot="20780835">
            <a:off x="6111689" y="6108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53C983C7-05C8-9565-3E2D-DEB501264AB5}"/>
              </a:ext>
            </a:extLst>
          </p:cNvPr>
          <p:cNvSpPr/>
          <p:nvPr/>
        </p:nvSpPr>
        <p:spPr>
          <a:xfrm rot="20780835">
            <a:off x="6404743" y="5637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C412C1A9-03DA-4246-2E6C-2FA01E2BBE72}"/>
              </a:ext>
            </a:extLst>
          </p:cNvPr>
          <p:cNvSpPr/>
          <p:nvPr/>
        </p:nvSpPr>
        <p:spPr>
          <a:xfrm rot="20780835">
            <a:off x="6697797" y="52007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31242B7C-A918-E85D-DB0E-DA7B37726071}"/>
              </a:ext>
            </a:extLst>
          </p:cNvPr>
          <p:cNvSpPr/>
          <p:nvPr/>
        </p:nvSpPr>
        <p:spPr>
          <a:xfrm rot="20780835">
            <a:off x="2263990" y="62530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6877A739-F983-C4BF-211F-D59F20280C11}"/>
              </a:ext>
            </a:extLst>
          </p:cNvPr>
          <p:cNvSpPr/>
          <p:nvPr/>
        </p:nvSpPr>
        <p:spPr>
          <a:xfrm rot="20780835">
            <a:off x="2557044" y="57818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60A80E7A-5EF1-6705-ABEA-0B5835F7922D}"/>
              </a:ext>
            </a:extLst>
          </p:cNvPr>
          <p:cNvSpPr/>
          <p:nvPr/>
        </p:nvSpPr>
        <p:spPr>
          <a:xfrm rot="20780835">
            <a:off x="2850098" y="53454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C2B555AD-BD49-38A2-F5E1-6B7903A702FD}"/>
              </a:ext>
            </a:extLst>
          </p:cNvPr>
          <p:cNvSpPr/>
          <p:nvPr/>
        </p:nvSpPr>
        <p:spPr>
          <a:xfrm rot="20780835">
            <a:off x="4966137" y="53514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C563F320-EB7F-90C0-11EB-09760F9252F0}"/>
              </a:ext>
            </a:extLst>
          </p:cNvPr>
          <p:cNvSpPr/>
          <p:nvPr/>
        </p:nvSpPr>
        <p:spPr>
          <a:xfrm rot="20780835">
            <a:off x="5259191" y="48802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C96CFFEB-9B46-9152-DCB2-5EC1D5679C08}"/>
              </a:ext>
            </a:extLst>
          </p:cNvPr>
          <p:cNvSpPr/>
          <p:nvPr/>
        </p:nvSpPr>
        <p:spPr>
          <a:xfrm rot="20780835">
            <a:off x="2968521" y="884436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909087E2-03BB-792B-8F3D-09E1CD6688FC}"/>
              </a:ext>
            </a:extLst>
          </p:cNvPr>
          <p:cNvSpPr/>
          <p:nvPr/>
        </p:nvSpPr>
        <p:spPr>
          <a:xfrm rot="20780835">
            <a:off x="3261575" y="83731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996D8530-9E2F-3298-E839-E5E1C90BA285}"/>
              </a:ext>
            </a:extLst>
          </p:cNvPr>
          <p:cNvSpPr/>
          <p:nvPr/>
        </p:nvSpPr>
        <p:spPr>
          <a:xfrm rot="20780835">
            <a:off x="3554629" y="79367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305D454C-9DE7-5AAD-8B67-91EDC728453F}"/>
              </a:ext>
            </a:extLst>
          </p:cNvPr>
          <p:cNvSpPr/>
          <p:nvPr/>
        </p:nvSpPr>
        <p:spPr>
          <a:xfrm rot="20780835">
            <a:off x="1400978" y="73131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CDD6DFCF-3A5B-75EF-9860-142E37646116}"/>
              </a:ext>
            </a:extLst>
          </p:cNvPr>
          <p:cNvSpPr/>
          <p:nvPr/>
        </p:nvSpPr>
        <p:spPr>
          <a:xfrm rot="20780835">
            <a:off x="1694032" y="68418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EA684138-7F25-C32B-26FC-3BAA9C7E9FA7}"/>
              </a:ext>
            </a:extLst>
          </p:cNvPr>
          <p:cNvSpPr/>
          <p:nvPr/>
        </p:nvSpPr>
        <p:spPr>
          <a:xfrm rot="20780835">
            <a:off x="2076619" y="86363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6008B569-7433-AE11-FF1D-21B91E34C9E7}"/>
              </a:ext>
            </a:extLst>
          </p:cNvPr>
          <p:cNvSpPr/>
          <p:nvPr/>
        </p:nvSpPr>
        <p:spPr>
          <a:xfrm rot="20780835">
            <a:off x="4374500" y="78941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B8754054-7EA5-58AB-BD98-58BAFA91EF3B}"/>
              </a:ext>
            </a:extLst>
          </p:cNvPr>
          <p:cNvSpPr/>
          <p:nvPr/>
        </p:nvSpPr>
        <p:spPr>
          <a:xfrm rot="20780835">
            <a:off x="4667554" y="7422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7" name="Star: 5 Points 96">
            <a:extLst>
              <a:ext uri="{FF2B5EF4-FFF2-40B4-BE49-F238E27FC236}">
                <a16:creationId xmlns:a16="http://schemas.microsoft.com/office/drawing/2014/main" id="{E14BC2EB-6FD0-2E30-2FF7-7454DCE8800B}"/>
              </a:ext>
            </a:extLst>
          </p:cNvPr>
          <p:cNvSpPr/>
          <p:nvPr/>
        </p:nvSpPr>
        <p:spPr>
          <a:xfrm rot="20780835">
            <a:off x="4960608" y="69865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8" name="Star: 5 Points 97">
            <a:extLst>
              <a:ext uri="{FF2B5EF4-FFF2-40B4-BE49-F238E27FC236}">
                <a16:creationId xmlns:a16="http://schemas.microsoft.com/office/drawing/2014/main" id="{BA1220F1-330A-BBAF-F338-E7888FAEC4A0}"/>
              </a:ext>
            </a:extLst>
          </p:cNvPr>
          <p:cNvSpPr/>
          <p:nvPr/>
        </p:nvSpPr>
        <p:spPr>
          <a:xfrm rot="20780835">
            <a:off x="526801" y="80388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CEEFA04F-DFE3-688C-9B25-EAD33765184A}"/>
              </a:ext>
            </a:extLst>
          </p:cNvPr>
          <p:cNvSpPr/>
          <p:nvPr/>
        </p:nvSpPr>
        <p:spPr>
          <a:xfrm rot="20780835">
            <a:off x="819855" y="75675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415A34C4-2186-6F40-CB95-D849AF2F75B4}"/>
              </a:ext>
            </a:extLst>
          </p:cNvPr>
          <p:cNvSpPr/>
          <p:nvPr/>
        </p:nvSpPr>
        <p:spPr>
          <a:xfrm rot="20780835">
            <a:off x="1112909" y="71312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18A742AB-DACF-61A3-328F-FD44892E4874}"/>
              </a:ext>
            </a:extLst>
          </p:cNvPr>
          <p:cNvSpPr/>
          <p:nvPr/>
        </p:nvSpPr>
        <p:spPr>
          <a:xfrm rot="20780835">
            <a:off x="3228948" y="71371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96224E2A-8B52-101C-4979-15E1BAAB1591}"/>
              </a:ext>
            </a:extLst>
          </p:cNvPr>
          <p:cNvSpPr/>
          <p:nvPr/>
        </p:nvSpPr>
        <p:spPr>
          <a:xfrm rot="20780835">
            <a:off x="3522002" y="66659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3" name="Star: 5 Points 102">
            <a:extLst>
              <a:ext uri="{FF2B5EF4-FFF2-40B4-BE49-F238E27FC236}">
                <a16:creationId xmlns:a16="http://schemas.microsoft.com/office/drawing/2014/main" id="{866D7744-FF56-D76D-5768-B87600D7B19B}"/>
              </a:ext>
            </a:extLst>
          </p:cNvPr>
          <p:cNvSpPr/>
          <p:nvPr/>
        </p:nvSpPr>
        <p:spPr>
          <a:xfrm rot="20780835">
            <a:off x="8295194" y="94023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836CE294-4624-C711-950D-290FBFF96434}"/>
              </a:ext>
            </a:extLst>
          </p:cNvPr>
          <p:cNvSpPr/>
          <p:nvPr/>
        </p:nvSpPr>
        <p:spPr>
          <a:xfrm rot="20780835">
            <a:off x="8588248" y="89311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8DCB559A-FF1A-ADEE-6F09-B5FB4A0F5A54}"/>
              </a:ext>
            </a:extLst>
          </p:cNvPr>
          <p:cNvSpPr/>
          <p:nvPr/>
        </p:nvSpPr>
        <p:spPr>
          <a:xfrm rot="20780835">
            <a:off x="8881302" y="84947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A91B7722-E8BF-8F57-E9B8-9E937778ADEA}"/>
              </a:ext>
            </a:extLst>
          </p:cNvPr>
          <p:cNvSpPr/>
          <p:nvPr/>
        </p:nvSpPr>
        <p:spPr>
          <a:xfrm rot="20780835">
            <a:off x="6727651" y="7871098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7" name="Star: 5 Points 106">
            <a:extLst>
              <a:ext uri="{FF2B5EF4-FFF2-40B4-BE49-F238E27FC236}">
                <a16:creationId xmlns:a16="http://schemas.microsoft.com/office/drawing/2014/main" id="{A6DBCED4-79C4-74C5-6E2B-1E9F3DEF2809}"/>
              </a:ext>
            </a:extLst>
          </p:cNvPr>
          <p:cNvSpPr/>
          <p:nvPr/>
        </p:nvSpPr>
        <p:spPr>
          <a:xfrm rot="20780835">
            <a:off x="7020705" y="7399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8DA1235F-1B49-DFF2-F9C0-20E76EF97841}"/>
              </a:ext>
            </a:extLst>
          </p:cNvPr>
          <p:cNvSpPr/>
          <p:nvPr/>
        </p:nvSpPr>
        <p:spPr>
          <a:xfrm rot="20780835">
            <a:off x="789272" y="9580283"/>
            <a:ext cx="238759" cy="1024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7F384C3F-1879-C981-3CCC-3B4F69D772E2}"/>
              </a:ext>
            </a:extLst>
          </p:cNvPr>
          <p:cNvSpPr/>
          <p:nvPr/>
        </p:nvSpPr>
        <p:spPr>
          <a:xfrm rot="20780835">
            <a:off x="9701173" y="84521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F29888F8-8498-496C-B8D9-247D1142ADDA}"/>
              </a:ext>
            </a:extLst>
          </p:cNvPr>
          <p:cNvSpPr/>
          <p:nvPr/>
        </p:nvSpPr>
        <p:spPr>
          <a:xfrm rot="20780835">
            <a:off x="9994227" y="79809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1" name="Star: 5 Points 110">
            <a:extLst>
              <a:ext uri="{FF2B5EF4-FFF2-40B4-BE49-F238E27FC236}">
                <a16:creationId xmlns:a16="http://schemas.microsoft.com/office/drawing/2014/main" id="{E5BBF9BA-3B86-62F3-2715-3A43061E89AC}"/>
              </a:ext>
            </a:extLst>
          </p:cNvPr>
          <p:cNvSpPr/>
          <p:nvPr/>
        </p:nvSpPr>
        <p:spPr>
          <a:xfrm rot="20780835">
            <a:off x="10287281" y="75445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DFEEC8A4-CDA5-18C4-2EC0-ACEE3A1213E5}"/>
              </a:ext>
            </a:extLst>
          </p:cNvPr>
          <p:cNvSpPr/>
          <p:nvPr/>
        </p:nvSpPr>
        <p:spPr>
          <a:xfrm rot="20780835">
            <a:off x="5853474" y="85968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7FD09A7F-75E1-C6BA-F931-022FB43EC79A}"/>
              </a:ext>
            </a:extLst>
          </p:cNvPr>
          <p:cNvSpPr/>
          <p:nvPr/>
        </p:nvSpPr>
        <p:spPr>
          <a:xfrm rot="20780835">
            <a:off x="6146528" y="81255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0481161C-76E0-BFF3-CBE5-96F443BEAD29}"/>
              </a:ext>
            </a:extLst>
          </p:cNvPr>
          <p:cNvSpPr/>
          <p:nvPr/>
        </p:nvSpPr>
        <p:spPr>
          <a:xfrm rot="20780835">
            <a:off x="6439582" y="76892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B0DDDE93-95A7-EF89-4E66-55B6B40A70E0}"/>
              </a:ext>
            </a:extLst>
          </p:cNvPr>
          <p:cNvSpPr/>
          <p:nvPr/>
        </p:nvSpPr>
        <p:spPr>
          <a:xfrm rot="20780835">
            <a:off x="8555621" y="76951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0C8A8E79-19A6-1BAC-B713-0E190A4E0AAF}"/>
              </a:ext>
            </a:extLst>
          </p:cNvPr>
          <p:cNvSpPr/>
          <p:nvPr/>
        </p:nvSpPr>
        <p:spPr>
          <a:xfrm rot="20780835">
            <a:off x="8850728" y="7209422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FD2C078B-61B6-9E14-E5B3-D151D589214A}"/>
              </a:ext>
            </a:extLst>
          </p:cNvPr>
          <p:cNvSpPr/>
          <p:nvPr/>
        </p:nvSpPr>
        <p:spPr>
          <a:xfrm rot="20780835">
            <a:off x="13689050" y="93316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6878050C-287D-8F1F-36F9-11B4B41CA439}"/>
              </a:ext>
            </a:extLst>
          </p:cNvPr>
          <p:cNvSpPr/>
          <p:nvPr/>
        </p:nvSpPr>
        <p:spPr>
          <a:xfrm rot="20780835">
            <a:off x="13982104" y="8860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9" name="Star: 5 Points 118">
            <a:extLst>
              <a:ext uri="{FF2B5EF4-FFF2-40B4-BE49-F238E27FC236}">
                <a16:creationId xmlns:a16="http://schemas.microsoft.com/office/drawing/2014/main" id="{67D1D986-0121-0F46-3B6A-E6F28A545BA7}"/>
              </a:ext>
            </a:extLst>
          </p:cNvPr>
          <p:cNvSpPr/>
          <p:nvPr/>
        </p:nvSpPr>
        <p:spPr>
          <a:xfrm rot="20780835">
            <a:off x="14275158" y="84240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750CB5AE-0620-DC74-0FBF-836797F26BFF}"/>
              </a:ext>
            </a:extLst>
          </p:cNvPr>
          <p:cNvSpPr/>
          <p:nvPr/>
        </p:nvSpPr>
        <p:spPr>
          <a:xfrm rot="20780835">
            <a:off x="12121507" y="78004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1" name="Star: 5 Points 120">
            <a:extLst>
              <a:ext uri="{FF2B5EF4-FFF2-40B4-BE49-F238E27FC236}">
                <a16:creationId xmlns:a16="http://schemas.microsoft.com/office/drawing/2014/main" id="{E3814BD5-6154-1F07-3034-53D3920562CA}"/>
              </a:ext>
            </a:extLst>
          </p:cNvPr>
          <p:cNvSpPr/>
          <p:nvPr/>
        </p:nvSpPr>
        <p:spPr>
          <a:xfrm rot="20780835">
            <a:off x="12414561" y="73291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BBD0F8DB-0E6B-7FCB-7F9B-CFFD32E68DD9}"/>
              </a:ext>
            </a:extLst>
          </p:cNvPr>
          <p:cNvSpPr/>
          <p:nvPr/>
        </p:nvSpPr>
        <p:spPr>
          <a:xfrm rot="20780835">
            <a:off x="12797148" y="91236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20B0D02C-E358-3054-DE4D-5374842738F8}"/>
              </a:ext>
            </a:extLst>
          </p:cNvPr>
          <p:cNvSpPr/>
          <p:nvPr/>
        </p:nvSpPr>
        <p:spPr>
          <a:xfrm rot="20780835">
            <a:off x="16945604" y="8019018"/>
            <a:ext cx="148841" cy="13037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28694B45-08F3-4ADB-AF28-8524BE789402}"/>
              </a:ext>
            </a:extLst>
          </p:cNvPr>
          <p:cNvSpPr/>
          <p:nvPr/>
        </p:nvSpPr>
        <p:spPr>
          <a:xfrm rot="20780835">
            <a:off x="15388083" y="79102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BD9646C4-BDC8-3588-0AC9-BB89F84AB988}"/>
              </a:ext>
            </a:extLst>
          </p:cNvPr>
          <p:cNvSpPr/>
          <p:nvPr/>
        </p:nvSpPr>
        <p:spPr>
          <a:xfrm rot="20780835">
            <a:off x="15681137" y="74738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DBCBDA7C-E424-9F2E-ECC5-4B96F63BEA41}"/>
              </a:ext>
            </a:extLst>
          </p:cNvPr>
          <p:cNvSpPr/>
          <p:nvPr/>
        </p:nvSpPr>
        <p:spPr>
          <a:xfrm rot="20780835">
            <a:off x="11247330" y="85261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669E0FDD-1B13-6FB2-60A1-37C3619B8908}"/>
              </a:ext>
            </a:extLst>
          </p:cNvPr>
          <p:cNvSpPr/>
          <p:nvPr/>
        </p:nvSpPr>
        <p:spPr>
          <a:xfrm rot="20780835">
            <a:off x="11540384" y="80549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129A3C2B-D165-1B24-1212-C7AF621DBFC6}"/>
              </a:ext>
            </a:extLst>
          </p:cNvPr>
          <p:cNvSpPr/>
          <p:nvPr/>
        </p:nvSpPr>
        <p:spPr>
          <a:xfrm rot="20780835">
            <a:off x="11833438" y="76185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5315EBA8-D0D9-87DB-0D0A-97473BD8620A}"/>
              </a:ext>
            </a:extLst>
          </p:cNvPr>
          <p:cNvSpPr/>
          <p:nvPr/>
        </p:nvSpPr>
        <p:spPr>
          <a:xfrm rot="20780835">
            <a:off x="13949477" y="76245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0CABEA6E-4742-C001-491C-5E10437D5F22}"/>
              </a:ext>
            </a:extLst>
          </p:cNvPr>
          <p:cNvSpPr/>
          <p:nvPr/>
        </p:nvSpPr>
        <p:spPr>
          <a:xfrm rot="20780835">
            <a:off x="14242531" y="71532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52A6E773-C3A1-86CD-28F7-D1E2479A67A6}"/>
              </a:ext>
            </a:extLst>
          </p:cNvPr>
          <p:cNvSpPr/>
          <p:nvPr/>
        </p:nvSpPr>
        <p:spPr>
          <a:xfrm rot="20780835">
            <a:off x="8703216" y="34319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D1063374-855C-73FE-0811-8DB1F4B629C4}"/>
              </a:ext>
            </a:extLst>
          </p:cNvPr>
          <p:cNvSpPr/>
          <p:nvPr/>
        </p:nvSpPr>
        <p:spPr>
          <a:xfrm rot="20780835">
            <a:off x="8996270" y="29606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527FE677-1080-85A7-CD3B-326EC25F744D}"/>
              </a:ext>
            </a:extLst>
          </p:cNvPr>
          <p:cNvSpPr/>
          <p:nvPr/>
        </p:nvSpPr>
        <p:spPr>
          <a:xfrm rot="20780835">
            <a:off x="9289324" y="25242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7B304C56-5557-A35B-803B-C2D04C5FEED8}"/>
              </a:ext>
            </a:extLst>
          </p:cNvPr>
          <p:cNvSpPr/>
          <p:nvPr/>
        </p:nvSpPr>
        <p:spPr>
          <a:xfrm rot="20780835">
            <a:off x="7135673" y="190066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188AEAA0-A9C7-4904-D7EC-1EC6C4572366}"/>
              </a:ext>
            </a:extLst>
          </p:cNvPr>
          <p:cNvSpPr/>
          <p:nvPr/>
        </p:nvSpPr>
        <p:spPr>
          <a:xfrm rot="20780835">
            <a:off x="7428727" y="14294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BD1CF1BA-D881-0D24-1DCE-EF3ED338D934}"/>
              </a:ext>
            </a:extLst>
          </p:cNvPr>
          <p:cNvSpPr/>
          <p:nvPr/>
        </p:nvSpPr>
        <p:spPr>
          <a:xfrm rot="20780835">
            <a:off x="7811314" y="32238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855B5D72-020D-35F7-FBE9-EBA7C0A5A6E0}"/>
              </a:ext>
            </a:extLst>
          </p:cNvPr>
          <p:cNvSpPr/>
          <p:nvPr/>
        </p:nvSpPr>
        <p:spPr>
          <a:xfrm rot="20780835">
            <a:off x="10109195" y="24817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539B59FB-05E6-34DF-2043-E912D5829300}"/>
              </a:ext>
            </a:extLst>
          </p:cNvPr>
          <p:cNvSpPr/>
          <p:nvPr/>
        </p:nvSpPr>
        <p:spPr>
          <a:xfrm rot="20780835">
            <a:off x="10402249" y="201047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A88548DD-6CBE-8A4F-F836-94C2B6744BF6}"/>
              </a:ext>
            </a:extLst>
          </p:cNvPr>
          <p:cNvSpPr/>
          <p:nvPr/>
        </p:nvSpPr>
        <p:spPr>
          <a:xfrm rot="20780835">
            <a:off x="10695303" y="1574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9558100C-6F38-675D-B2D7-B38692715A21}"/>
              </a:ext>
            </a:extLst>
          </p:cNvPr>
          <p:cNvSpPr/>
          <p:nvPr/>
        </p:nvSpPr>
        <p:spPr>
          <a:xfrm rot="20780835">
            <a:off x="6261496" y="26264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1A330F1-A326-4335-F767-0187734C5176}"/>
              </a:ext>
            </a:extLst>
          </p:cNvPr>
          <p:cNvSpPr/>
          <p:nvPr/>
        </p:nvSpPr>
        <p:spPr>
          <a:xfrm rot="20780835">
            <a:off x="6554550" y="21551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974562AB-8D33-BBCA-3B1C-13F631BEF241}"/>
              </a:ext>
            </a:extLst>
          </p:cNvPr>
          <p:cNvSpPr/>
          <p:nvPr/>
        </p:nvSpPr>
        <p:spPr>
          <a:xfrm rot="20780835">
            <a:off x="6847604" y="17187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D4ABD633-4A29-17CA-441F-178DE04B148E}"/>
              </a:ext>
            </a:extLst>
          </p:cNvPr>
          <p:cNvSpPr/>
          <p:nvPr/>
        </p:nvSpPr>
        <p:spPr>
          <a:xfrm rot="20780835">
            <a:off x="8967249" y="171484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EA707198-8820-521F-ECD9-253936064505}"/>
              </a:ext>
            </a:extLst>
          </p:cNvPr>
          <p:cNvSpPr/>
          <p:nvPr/>
        </p:nvSpPr>
        <p:spPr>
          <a:xfrm rot="20780835">
            <a:off x="9256697" y="12535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9E0706A2-AE1E-0FA0-41BC-31E61A32A2C5}"/>
              </a:ext>
            </a:extLst>
          </p:cNvPr>
          <p:cNvSpPr/>
          <p:nvPr/>
        </p:nvSpPr>
        <p:spPr>
          <a:xfrm rot="20780835">
            <a:off x="13394789" y="375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FC868ED2-3155-0CE5-A1AC-94B14EFA6AF4}"/>
              </a:ext>
            </a:extLst>
          </p:cNvPr>
          <p:cNvSpPr/>
          <p:nvPr/>
        </p:nvSpPr>
        <p:spPr>
          <a:xfrm rot="20780835">
            <a:off x="13687843" y="32817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64A35F02-1181-9039-FE9B-7A661ACDAAD9}"/>
              </a:ext>
            </a:extLst>
          </p:cNvPr>
          <p:cNvSpPr/>
          <p:nvPr/>
        </p:nvSpPr>
        <p:spPr>
          <a:xfrm rot="20780835">
            <a:off x="13980897" y="28453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F855770A-B454-C57A-F3FF-E33E581F773C}"/>
              </a:ext>
            </a:extLst>
          </p:cNvPr>
          <p:cNvSpPr/>
          <p:nvPr/>
        </p:nvSpPr>
        <p:spPr>
          <a:xfrm rot="20780835">
            <a:off x="11827246" y="22217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1FDB10B4-BF4F-869F-1977-9C84A616307F}"/>
              </a:ext>
            </a:extLst>
          </p:cNvPr>
          <p:cNvSpPr/>
          <p:nvPr/>
        </p:nvSpPr>
        <p:spPr>
          <a:xfrm rot="20780835">
            <a:off x="12120300" y="17504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1D4B9981-0A39-93E5-4E60-9FCAE6BB6C1F}"/>
              </a:ext>
            </a:extLst>
          </p:cNvPr>
          <p:cNvSpPr/>
          <p:nvPr/>
        </p:nvSpPr>
        <p:spPr>
          <a:xfrm rot="20780835">
            <a:off x="12502887" y="35449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4BB6C31E-840B-5173-7F30-222D5EAFB5A8}"/>
              </a:ext>
            </a:extLst>
          </p:cNvPr>
          <p:cNvSpPr/>
          <p:nvPr/>
        </p:nvSpPr>
        <p:spPr>
          <a:xfrm rot="20780835">
            <a:off x="14800768" y="280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F2487FE7-7F1B-3AD7-6402-E185FDAA9E1B}"/>
              </a:ext>
            </a:extLst>
          </p:cNvPr>
          <p:cNvSpPr/>
          <p:nvPr/>
        </p:nvSpPr>
        <p:spPr>
          <a:xfrm rot="20780835">
            <a:off x="15093822" y="233154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BA058F3A-0498-0160-F433-A86E97626966}"/>
              </a:ext>
            </a:extLst>
          </p:cNvPr>
          <p:cNvSpPr/>
          <p:nvPr/>
        </p:nvSpPr>
        <p:spPr>
          <a:xfrm rot="20780835">
            <a:off x="15225861" y="1726071"/>
            <a:ext cx="158858" cy="285702"/>
          </a:xfrm>
          <a:prstGeom prst="star5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3D41D240-5C7E-6FCB-0F96-9DFC06AD8F54}"/>
              </a:ext>
            </a:extLst>
          </p:cNvPr>
          <p:cNvSpPr/>
          <p:nvPr/>
        </p:nvSpPr>
        <p:spPr>
          <a:xfrm rot="20780835">
            <a:off x="10953069" y="29474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020F0131-50F9-3D82-018E-6361E2A2D2DE}"/>
              </a:ext>
            </a:extLst>
          </p:cNvPr>
          <p:cNvSpPr/>
          <p:nvPr/>
        </p:nvSpPr>
        <p:spPr>
          <a:xfrm rot="20780835">
            <a:off x="11246123" y="247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79D10377-4862-E254-B548-FCFFA8BB3412}"/>
              </a:ext>
            </a:extLst>
          </p:cNvPr>
          <p:cNvSpPr/>
          <p:nvPr/>
        </p:nvSpPr>
        <p:spPr>
          <a:xfrm rot="20780835">
            <a:off x="11539177" y="20398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4A5466DF-BDAD-0BBD-480F-DBA031DC8134}"/>
              </a:ext>
            </a:extLst>
          </p:cNvPr>
          <p:cNvSpPr/>
          <p:nvPr/>
        </p:nvSpPr>
        <p:spPr>
          <a:xfrm rot="20780835">
            <a:off x="13655216" y="2045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B9A7A2CC-4638-7D4C-71D7-E0A01BB62533}"/>
              </a:ext>
            </a:extLst>
          </p:cNvPr>
          <p:cNvSpPr/>
          <p:nvPr/>
        </p:nvSpPr>
        <p:spPr>
          <a:xfrm rot="20780835">
            <a:off x="13948270" y="15745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7E30DEF7-99F6-288B-960E-46BB16CFCB82}"/>
              </a:ext>
            </a:extLst>
          </p:cNvPr>
          <p:cNvSpPr/>
          <p:nvPr/>
        </p:nvSpPr>
        <p:spPr>
          <a:xfrm rot="20780835">
            <a:off x="14252657" y="78737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15E9D0F1-EB37-2711-8ACF-CE30E8EC8ADD}"/>
              </a:ext>
            </a:extLst>
          </p:cNvPr>
          <p:cNvSpPr/>
          <p:nvPr/>
        </p:nvSpPr>
        <p:spPr>
          <a:xfrm rot="20780835">
            <a:off x="14545711" y="74025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4CD36212-4797-5E6F-1388-CDA14A1CD962}"/>
              </a:ext>
            </a:extLst>
          </p:cNvPr>
          <p:cNvSpPr/>
          <p:nvPr/>
        </p:nvSpPr>
        <p:spPr>
          <a:xfrm rot="20780835">
            <a:off x="14838765" y="69661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EA7D4CCE-8C4F-24FC-513A-B7D61E7E34C0}"/>
              </a:ext>
            </a:extLst>
          </p:cNvPr>
          <p:cNvSpPr/>
          <p:nvPr/>
        </p:nvSpPr>
        <p:spPr>
          <a:xfrm rot="20780835">
            <a:off x="12685114" y="63424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3" name="Star: 5 Points 162">
            <a:extLst>
              <a:ext uri="{FF2B5EF4-FFF2-40B4-BE49-F238E27FC236}">
                <a16:creationId xmlns:a16="http://schemas.microsoft.com/office/drawing/2014/main" id="{7F2036E2-8F20-374E-C040-4407DD621C2C}"/>
              </a:ext>
            </a:extLst>
          </p:cNvPr>
          <p:cNvSpPr/>
          <p:nvPr/>
        </p:nvSpPr>
        <p:spPr>
          <a:xfrm rot="20780835">
            <a:off x="12978168" y="58712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A2BC5272-4AF2-2F07-64A8-F20EDEE63EA9}"/>
              </a:ext>
            </a:extLst>
          </p:cNvPr>
          <p:cNvSpPr/>
          <p:nvPr/>
        </p:nvSpPr>
        <p:spPr>
          <a:xfrm rot="20780835">
            <a:off x="13360755" y="766573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5" name="Star: 5 Points 164">
            <a:extLst>
              <a:ext uri="{FF2B5EF4-FFF2-40B4-BE49-F238E27FC236}">
                <a16:creationId xmlns:a16="http://schemas.microsoft.com/office/drawing/2014/main" id="{74F2F82D-1F35-CC67-6487-BCF0EC23187E}"/>
              </a:ext>
            </a:extLst>
          </p:cNvPr>
          <p:cNvSpPr/>
          <p:nvPr/>
        </p:nvSpPr>
        <p:spPr>
          <a:xfrm rot="20780835">
            <a:off x="9869597" y="4382763"/>
            <a:ext cx="237365" cy="17035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B6E4B151-12E7-573F-21D5-5C1D2FB3C5F2}"/>
              </a:ext>
            </a:extLst>
          </p:cNvPr>
          <p:cNvSpPr/>
          <p:nvPr/>
        </p:nvSpPr>
        <p:spPr>
          <a:xfrm rot="20780835">
            <a:off x="15951690" y="64523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7B847AA3-764F-CDA9-F621-20934063A797}"/>
              </a:ext>
            </a:extLst>
          </p:cNvPr>
          <p:cNvSpPr/>
          <p:nvPr/>
        </p:nvSpPr>
        <p:spPr>
          <a:xfrm rot="20780835">
            <a:off x="16244744" y="601592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8" name="Star: 5 Points 167">
            <a:extLst>
              <a:ext uri="{FF2B5EF4-FFF2-40B4-BE49-F238E27FC236}">
                <a16:creationId xmlns:a16="http://schemas.microsoft.com/office/drawing/2014/main" id="{AF040387-B839-311D-A88F-56F2D6AEC4BB}"/>
              </a:ext>
            </a:extLst>
          </p:cNvPr>
          <p:cNvSpPr/>
          <p:nvPr/>
        </p:nvSpPr>
        <p:spPr>
          <a:xfrm rot="20780835">
            <a:off x="11810937" y="706823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36B2BDBE-4E56-D771-EC68-37CD239F550C}"/>
              </a:ext>
            </a:extLst>
          </p:cNvPr>
          <p:cNvSpPr/>
          <p:nvPr/>
        </p:nvSpPr>
        <p:spPr>
          <a:xfrm rot="20780835">
            <a:off x="12103991" y="65969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EEDEA588-619B-D0E0-C065-55072A965BA7}"/>
              </a:ext>
            </a:extLst>
          </p:cNvPr>
          <p:cNvSpPr/>
          <p:nvPr/>
        </p:nvSpPr>
        <p:spPr>
          <a:xfrm rot="20780835">
            <a:off x="12397045" y="61606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B2EC1561-7981-D767-3E71-173A15BD1655}"/>
              </a:ext>
            </a:extLst>
          </p:cNvPr>
          <p:cNvSpPr/>
          <p:nvPr/>
        </p:nvSpPr>
        <p:spPr>
          <a:xfrm rot="20780835">
            <a:off x="14513084" y="616658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2" name="Star: 5 Points 171">
            <a:extLst>
              <a:ext uri="{FF2B5EF4-FFF2-40B4-BE49-F238E27FC236}">
                <a16:creationId xmlns:a16="http://schemas.microsoft.com/office/drawing/2014/main" id="{2E9E8D7C-F82C-0F0F-0CC5-FE55B596B248}"/>
              </a:ext>
            </a:extLst>
          </p:cNvPr>
          <p:cNvSpPr/>
          <p:nvPr/>
        </p:nvSpPr>
        <p:spPr>
          <a:xfrm rot="20780835">
            <a:off x="14688510" y="5638298"/>
            <a:ext cx="184274" cy="16182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C9C069D6-D924-46D2-453A-66E0C39B7838}"/>
              </a:ext>
            </a:extLst>
          </p:cNvPr>
          <p:cNvSpPr/>
          <p:nvPr/>
        </p:nvSpPr>
        <p:spPr>
          <a:xfrm rot="20780835">
            <a:off x="5987851" y="1380041"/>
            <a:ext cx="164900" cy="7975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3A23B502-7EF7-42DC-127F-A6E39793CA9D}"/>
              </a:ext>
            </a:extLst>
          </p:cNvPr>
          <p:cNvSpPr/>
          <p:nvPr/>
        </p:nvSpPr>
        <p:spPr>
          <a:xfrm rot="20780835">
            <a:off x="3834200" y="7564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5" name="Star: 5 Points 174">
            <a:extLst>
              <a:ext uri="{FF2B5EF4-FFF2-40B4-BE49-F238E27FC236}">
                <a16:creationId xmlns:a16="http://schemas.microsoft.com/office/drawing/2014/main" id="{745BA57D-CA76-90C1-01BF-28E12368FB92}"/>
              </a:ext>
            </a:extLst>
          </p:cNvPr>
          <p:cNvSpPr/>
          <p:nvPr/>
        </p:nvSpPr>
        <p:spPr>
          <a:xfrm rot="20780835">
            <a:off x="10655421" y="11927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50634799-B4FF-4197-4835-91DB96CADEE7}"/>
              </a:ext>
            </a:extLst>
          </p:cNvPr>
          <p:cNvSpPr/>
          <p:nvPr/>
        </p:nvSpPr>
        <p:spPr>
          <a:xfrm rot="20780835">
            <a:off x="10948475" y="721543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7" name="Star: 5 Points 176">
            <a:extLst>
              <a:ext uri="{FF2B5EF4-FFF2-40B4-BE49-F238E27FC236}">
                <a16:creationId xmlns:a16="http://schemas.microsoft.com/office/drawing/2014/main" id="{88332570-FE88-272E-217A-F21399F2BF2A}"/>
              </a:ext>
            </a:extLst>
          </p:cNvPr>
          <p:cNvSpPr/>
          <p:nvPr/>
        </p:nvSpPr>
        <p:spPr>
          <a:xfrm rot="20780835">
            <a:off x="6807722" y="1337471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8" name="Star: 5 Points 177">
            <a:extLst>
              <a:ext uri="{FF2B5EF4-FFF2-40B4-BE49-F238E27FC236}">
                <a16:creationId xmlns:a16="http://schemas.microsoft.com/office/drawing/2014/main" id="{E144CBC1-2647-44B9-CC1A-890001BC7A1D}"/>
              </a:ext>
            </a:extLst>
          </p:cNvPr>
          <p:cNvSpPr/>
          <p:nvPr/>
        </p:nvSpPr>
        <p:spPr>
          <a:xfrm rot="20780835">
            <a:off x="7100776" y="8662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9" name="Star: 5 Points 178">
            <a:extLst>
              <a:ext uri="{FF2B5EF4-FFF2-40B4-BE49-F238E27FC236}">
                <a16:creationId xmlns:a16="http://schemas.microsoft.com/office/drawing/2014/main" id="{BF148488-A7B8-5C93-0814-4CDE789B35F3}"/>
              </a:ext>
            </a:extLst>
          </p:cNvPr>
          <p:cNvSpPr/>
          <p:nvPr/>
        </p:nvSpPr>
        <p:spPr>
          <a:xfrm rot="20780835">
            <a:off x="2998898" y="1545260"/>
            <a:ext cx="290217" cy="258632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7209E2C7-8045-094A-DABE-5EE0BE4FC900}"/>
              </a:ext>
            </a:extLst>
          </p:cNvPr>
          <p:cNvSpPr/>
          <p:nvPr/>
        </p:nvSpPr>
        <p:spPr>
          <a:xfrm rot="20780835">
            <a:off x="3253077" y="10109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1A68241B-3907-237A-0D6C-2A50A5ACF78C}"/>
              </a:ext>
            </a:extLst>
          </p:cNvPr>
          <p:cNvSpPr/>
          <p:nvPr/>
        </p:nvSpPr>
        <p:spPr>
          <a:xfrm rot="20780835">
            <a:off x="8562042" y="11536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2" name="Star: 5 Points 181">
            <a:extLst>
              <a:ext uri="{FF2B5EF4-FFF2-40B4-BE49-F238E27FC236}">
                <a16:creationId xmlns:a16="http://schemas.microsoft.com/office/drawing/2014/main" id="{CD92EBAB-D503-6DED-D925-E97CA5CB05D2}"/>
              </a:ext>
            </a:extLst>
          </p:cNvPr>
          <p:cNvSpPr/>
          <p:nvPr/>
        </p:nvSpPr>
        <p:spPr>
          <a:xfrm rot="20780835">
            <a:off x="11535564" y="1734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3" name="Star: 5 Points 182">
            <a:extLst>
              <a:ext uri="{FF2B5EF4-FFF2-40B4-BE49-F238E27FC236}">
                <a16:creationId xmlns:a16="http://schemas.microsoft.com/office/drawing/2014/main" id="{6517E209-9B02-92A4-0851-805E75171C2A}"/>
              </a:ext>
            </a:extLst>
          </p:cNvPr>
          <p:cNvSpPr/>
          <p:nvPr/>
        </p:nvSpPr>
        <p:spPr>
          <a:xfrm rot="20780835">
            <a:off x="11828618" y="1263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B0DAD200-F177-8194-11BA-90BAF8405CB2}"/>
              </a:ext>
            </a:extLst>
          </p:cNvPr>
          <p:cNvSpPr/>
          <p:nvPr/>
        </p:nvSpPr>
        <p:spPr>
          <a:xfrm rot="20780835">
            <a:off x="15855191" y="1231395"/>
            <a:ext cx="310270" cy="12069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2DEE6DBC-9B73-C9CC-622D-5FB1CB629B7A}"/>
              </a:ext>
            </a:extLst>
          </p:cNvPr>
          <p:cNvSpPr/>
          <p:nvPr/>
        </p:nvSpPr>
        <p:spPr>
          <a:xfrm rot="20780835">
            <a:off x="7980919" y="14081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6" name="Star: 5 Points 185">
            <a:extLst>
              <a:ext uri="{FF2B5EF4-FFF2-40B4-BE49-F238E27FC236}">
                <a16:creationId xmlns:a16="http://schemas.microsoft.com/office/drawing/2014/main" id="{72A65131-F3D0-277A-AFDA-B901E4E8C16B}"/>
              </a:ext>
            </a:extLst>
          </p:cNvPr>
          <p:cNvSpPr/>
          <p:nvPr/>
        </p:nvSpPr>
        <p:spPr>
          <a:xfrm rot="20780835">
            <a:off x="8273973" y="971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7" name="Star: 5 Points 186">
            <a:extLst>
              <a:ext uri="{FF2B5EF4-FFF2-40B4-BE49-F238E27FC236}">
                <a16:creationId xmlns:a16="http://schemas.microsoft.com/office/drawing/2014/main" id="{56751C9E-A67C-B933-2261-DEB8130FF446}"/>
              </a:ext>
            </a:extLst>
          </p:cNvPr>
          <p:cNvSpPr/>
          <p:nvPr/>
        </p:nvSpPr>
        <p:spPr>
          <a:xfrm rot="20780835">
            <a:off x="10390012" y="977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8" name="Star: 5 Points 187">
            <a:extLst>
              <a:ext uri="{FF2B5EF4-FFF2-40B4-BE49-F238E27FC236}">
                <a16:creationId xmlns:a16="http://schemas.microsoft.com/office/drawing/2014/main" id="{4455236A-F833-B50B-F4DA-225E0F114897}"/>
              </a:ext>
            </a:extLst>
          </p:cNvPr>
          <p:cNvSpPr/>
          <p:nvPr/>
        </p:nvSpPr>
        <p:spPr>
          <a:xfrm rot="20780835">
            <a:off x="13253615" y="1474690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9" name="Star: 5 Points 188">
            <a:extLst>
              <a:ext uri="{FF2B5EF4-FFF2-40B4-BE49-F238E27FC236}">
                <a16:creationId xmlns:a16="http://schemas.microsoft.com/office/drawing/2014/main" id="{93C71F77-A25F-39B7-17B0-C80EDA04B26C}"/>
              </a:ext>
            </a:extLst>
          </p:cNvPr>
          <p:cNvSpPr/>
          <p:nvPr/>
        </p:nvSpPr>
        <p:spPr>
          <a:xfrm rot="20780835">
            <a:off x="12707658" y="252310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0" name="Star: 5 Points 189">
            <a:extLst>
              <a:ext uri="{FF2B5EF4-FFF2-40B4-BE49-F238E27FC236}">
                <a16:creationId xmlns:a16="http://schemas.microsoft.com/office/drawing/2014/main" id="{ED6501FB-B623-AEBD-43DE-8B85BB31AC10}"/>
              </a:ext>
            </a:extLst>
          </p:cNvPr>
          <p:cNvSpPr/>
          <p:nvPr/>
        </p:nvSpPr>
        <p:spPr>
          <a:xfrm rot="20780835">
            <a:off x="12672492" y="172918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1" name="Star: 5 Points 190">
            <a:extLst>
              <a:ext uri="{FF2B5EF4-FFF2-40B4-BE49-F238E27FC236}">
                <a16:creationId xmlns:a16="http://schemas.microsoft.com/office/drawing/2014/main" id="{FB48A8F7-4D67-6062-54D8-EF67F996CC49}"/>
              </a:ext>
            </a:extLst>
          </p:cNvPr>
          <p:cNvSpPr/>
          <p:nvPr/>
        </p:nvSpPr>
        <p:spPr>
          <a:xfrm rot="20780835">
            <a:off x="12965546" y="12928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2" name="Star: 5 Points 191">
            <a:extLst>
              <a:ext uri="{FF2B5EF4-FFF2-40B4-BE49-F238E27FC236}">
                <a16:creationId xmlns:a16="http://schemas.microsoft.com/office/drawing/2014/main" id="{63F643DD-0FBA-DC02-5566-1E2E36FB94E8}"/>
              </a:ext>
            </a:extLst>
          </p:cNvPr>
          <p:cNvSpPr/>
          <p:nvPr/>
        </p:nvSpPr>
        <p:spPr>
          <a:xfrm rot="20780835">
            <a:off x="4424560" y="32453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3" name="Star: 5 Points 192">
            <a:extLst>
              <a:ext uri="{FF2B5EF4-FFF2-40B4-BE49-F238E27FC236}">
                <a16:creationId xmlns:a16="http://schemas.microsoft.com/office/drawing/2014/main" id="{D31C0F7A-1DAD-FAAD-4614-903ED2AC65E2}"/>
              </a:ext>
            </a:extLst>
          </p:cNvPr>
          <p:cNvSpPr/>
          <p:nvPr/>
        </p:nvSpPr>
        <p:spPr>
          <a:xfrm rot="20780835">
            <a:off x="2270909" y="26216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4" name="Star: 5 Points 193">
            <a:extLst>
              <a:ext uri="{FF2B5EF4-FFF2-40B4-BE49-F238E27FC236}">
                <a16:creationId xmlns:a16="http://schemas.microsoft.com/office/drawing/2014/main" id="{895CC0AB-A2C6-E4BB-35A3-09017EDCB569}"/>
              </a:ext>
            </a:extLst>
          </p:cNvPr>
          <p:cNvSpPr/>
          <p:nvPr/>
        </p:nvSpPr>
        <p:spPr>
          <a:xfrm rot="20780835">
            <a:off x="9092130" y="305807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5" name="Star: 5 Points 194">
            <a:extLst>
              <a:ext uri="{FF2B5EF4-FFF2-40B4-BE49-F238E27FC236}">
                <a16:creationId xmlns:a16="http://schemas.microsoft.com/office/drawing/2014/main" id="{4C543660-1B2D-E143-9A56-B6374D82B4CA}"/>
              </a:ext>
            </a:extLst>
          </p:cNvPr>
          <p:cNvSpPr/>
          <p:nvPr/>
        </p:nvSpPr>
        <p:spPr>
          <a:xfrm rot="20780835">
            <a:off x="9600120" y="28155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6" name="Star: 5 Points 195">
            <a:extLst>
              <a:ext uri="{FF2B5EF4-FFF2-40B4-BE49-F238E27FC236}">
                <a16:creationId xmlns:a16="http://schemas.microsoft.com/office/drawing/2014/main" id="{6E78DD75-960F-E5F4-C2EB-1B6DDE745583}"/>
              </a:ext>
            </a:extLst>
          </p:cNvPr>
          <p:cNvSpPr/>
          <p:nvPr/>
        </p:nvSpPr>
        <p:spPr>
          <a:xfrm rot="20780835">
            <a:off x="5244431" y="320275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7" name="Star: 5 Points 196">
            <a:extLst>
              <a:ext uri="{FF2B5EF4-FFF2-40B4-BE49-F238E27FC236}">
                <a16:creationId xmlns:a16="http://schemas.microsoft.com/office/drawing/2014/main" id="{6BEDCBBC-4FE4-504C-2527-723B61CD00B0}"/>
              </a:ext>
            </a:extLst>
          </p:cNvPr>
          <p:cNvSpPr/>
          <p:nvPr/>
        </p:nvSpPr>
        <p:spPr>
          <a:xfrm rot="20780835">
            <a:off x="5537485" y="27315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8" name="Star: 5 Points 197">
            <a:extLst>
              <a:ext uri="{FF2B5EF4-FFF2-40B4-BE49-F238E27FC236}">
                <a16:creationId xmlns:a16="http://schemas.microsoft.com/office/drawing/2014/main" id="{6BAD7376-4F3B-B879-389F-8366A78D0F45}"/>
              </a:ext>
            </a:extLst>
          </p:cNvPr>
          <p:cNvSpPr/>
          <p:nvPr/>
        </p:nvSpPr>
        <p:spPr>
          <a:xfrm rot="20780835">
            <a:off x="1396732" y="33474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9" name="Star: 5 Points 198">
            <a:extLst>
              <a:ext uri="{FF2B5EF4-FFF2-40B4-BE49-F238E27FC236}">
                <a16:creationId xmlns:a16="http://schemas.microsoft.com/office/drawing/2014/main" id="{1950A637-A0A4-0227-68AB-F72EE3BEA965}"/>
              </a:ext>
            </a:extLst>
          </p:cNvPr>
          <p:cNvSpPr/>
          <p:nvPr/>
        </p:nvSpPr>
        <p:spPr>
          <a:xfrm rot="20780835">
            <a:off x="1689786" y="2876182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0" name="Star: 5 Points 199">
            <a:extLst>
              <a:ext uri="{FF2B5EF4-FFF2-40B4-BE49-F238E27FC236}">
                <a16:creationId xmlns:a16="http://schemas.microsoft.com/office/drawing/2014/main" id="{6DCD0938-0753-B1AB-D7C1-89027667A362}"/>
              </a:ext>
            </a:extLst>
          </p:cNvPr>
          <p:cNvSpPr/>
          <p:nvPr/>
        </p:nvSpPr>
        <p:spPr>
          <a:xfrm rot="20780835">
            <a:off x="6998751" y="30188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1" name="Star: 5 Points 200">
            <a:extLst>
              <a:ext uri="{FF2B5EF4-FFF2-40B4-BE49-F238E27FC236}">
                <a16:creationId xmlns:a16="http://schemas.microsoft.com/office/drawing/2014/main" id="{2E3162F9-9C6E-0367-9A8B-9E1E6A14DA2A}"/>
              </a:ext>
            </a:extLst>
          </p:cNvPr>
          <p:cNvSpPr/>
          <p:nvPr/>
        </p:nvSpPr>
        <p:spPr>
          <a:xfrm rot="20780835">
            <a:off x="9972273" y="35999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2" name="Star: 5 Points 201">
            <a:extLst>
              <a:ext uri="{FF2B5EF4-FFF2-40B4-BE49-F238E27FC236}">
                <a16:creationId xmlns:a16="http://schemas.microsoft.com/office/drawing/2014/main" id="{4E1D45D8-D228-9D2A-938E-9972C67DC23D}"/>
              </a:ext>
            </a:extLst>
          </p:cNvPr>
          <p:cNvSpPr/>
          <p:nvPr/>
        </p:nvSpPr>
        <p:spPr>
          <a:xfrm rot="20780835">
            <a:off x="10265327" y="31287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3" name="Star: 5 Points 202">
            <a:extLst>
              <a:ext uri="{FF2B5EF4-FFF2-40B4-BE49-F238E27FC236}">
                <a16:creationId xmlns:a16="http://schemas.microsoft.com/office/drawing/2014/main" id="{E9FAD5BD-94ED-EE33-7AD6-FE222C93A10B}"/>
              </a:ext>
            </a:extLst>
          </p:cNvPr>
          <p:cNvSpPr/>
          <p:nvPr/>
        </p:nvSpPr>
        <p:spPr>
          <a:xfrm rot="20780835">
            <a:off x="10558381" y="26923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A1948E98-881A-EA55-53C6-732227F14E00}"/>
              </a:ext>
            </a:extLst>
          </p:cNvPr>
          <p:cNvSpPr/>
          <p:nvPr/>
        </p:nvSpPr>
        <p:spPr>
          <a:xfrm rot="20780835">
            <a:off x="6417628" y="32733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5F19F8E8-4EFC-A62F-38DA-208004D89E29}"/>
              </a:ext>
            </a:extLst>
          </p:cNvPr>
          <p:cNvSpPr/>
          <p:nvPr/>
        </p:nvSpPr>
        <p:spPr>
          <a:xfrm rot="20780835">
            <a:off x="6710682" y="28370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41C23DE1-7918-705D-92E5-AD5FB5CEF1A6}"/>
              </a:ext>
            </a:extLst>
          </p:cNvPr>
          <p:cNvSpPr/>
          <p:nvPr/>
        </p:nvSpPr>
        <p:spPr>
          <a:xfrm rot="20780835">
            <a:off x="8826721" y="28429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42DB090C-5FB5-6237-FEBF-C6A12CF777EA}"/>
              </a:ext>
            </a:extLst>
          </p:cNvPr>
          <p:cNvSpPr/>
          <p:nvPr/>
        </p:nvSpPr>
        <p:spPr>
          <a:xfrm rot="20780835">
            <a:off x="11690324" y="33399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F344749E-E690-2F5D-0DEC-C6316080B9D6}"/>
              </a:ext>
            </a:extLst>
          </p:cNvPr>
          <p:cNvSpPr/>
          <p:nvPr/>
        </p:nvSpPr>
        <p:spPr>
          <a:xfrm rot="20780835">
            <a:off x="11983378" y="28687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0B93230-184C-C0D5-6353-6CEA9373FA4E}"/>
              </a:ext>
            </a:extLst>
          </p:cNvPr>
          <p:cNvSpPr/>
          <p:nvPr/>
        </p:nvSpPr>
        <p:spPr>
          <a:xfrm rot="20780835">
            <a:off x="11109201" y="35944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0" name="Star: 5 Points 209">
            <a:extLst>
              <a:ext uri="{FF2B5EF4-FFF2-40B4-BE49-F238E27FC236}">
                <a16:creationId xmlns:a16="http://schemas.microsoft.com/office/drawing/2014/main" id="{A2B8B165-FE72-6769-3EF4-51853B106C45}"/>
              </a:ext>
            </a:extLst>
          </p:cNvPr>
          <p:cNvSpPr/>
          <p:nvPr/>
        </p:nvSpPr>
        <p:spPr>
          <a:xfrm rot="20780835">
            <a:off x="11402255" y="315808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613567B5-DB4B-9B2C-11B4-EB1A93C39350}"/>
              </a:ext>
            </a:extLst>
          </p:cNvPr>
          <p:cNvSpPr/>
          <p:nvPr/>
        </p:nvSpPr>
        <p:spPr>
          <a:xfrm rot="20780835">
            <a:off x="9833688" y="37717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2" name="Star: 5 Points 211">
            <a:extLst>
              <a:ext uri="{FF2B5EF4-FFF2-40B4-BE49-F238E27FC236}">
                <a16:creationId xmlns:a16="http://schemas.microsoft.com/office/drawing/2014/main" id="{5C59952B-1F54-D20D-1B88-B7D5750FC42C}"/>
              </a:ext>
            </a:extLst>
          </p:cNvPr>
          <p:cNvSpPr/>
          <p:nvPr/>
        </p:nvSpPr>
        <p:spPr>
          <a:xfrm rot="20780835">
            <a:off x="7680037" y="3148145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3" name="Star: 5 Points 212">
            <a:extLst>
              <a:ext uri="{FF2B5EF4-FFF2-40B4-BE49-F238E27FC236}">
                <a16:creationId xmlns:a16="http://schemas.microsoft.com/office/drawing/2014/main" id="{21D3857A-DCF4-2CFE-A80D-1713F6530C6E}"/>
              </a:ext>
            </a:extLst>
          </p:cNvPr>
          <p:cNvSpPr/>
          <p:nvPr/>
        </p:nvSpPr>
        <p:spPr>
          <a:xfrm rot="20780835">
            <a:off x="14501258" y="358452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4" name="Star: 5 Points 213">
            <a:extLst>
              <a:ext uri="{FF2B5EF4-FFF2-40B4-BE49-F238E27FC236}">
                <a16:creationId xmlns:a16="http://schemas.microsoft.com/office/drawing/2014/main" id="{407E3A93-843F-42C8-EE8F-846129A8BCAE}"/>
              </a:ext>
            </a:extLst>
          </p:cNvPr>
          <p:cNvSpPr/>
          <p:nvPr/>
        </p:nvSpPr>
        <p:spPr>
          <a:xfrm rot="20780835">
            <a:off x="14794312" y="311327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5" name="Star: 5 Points 214">
            <a:extLst>
              <a:ext uri="{FF2B5EF4-FFF2-40B4-BE49-F238E27FC236}">
                <a16:creationId xmlns:a16="http://schemas.microsoft.com/office/drawing/2014/main" id="{3C0EE020-13B5-114F-3485-D0AA6ABE44E9}"/>
              </a:ext>
            </a:extLst>
          </p:cNvPr>
          <p:cNvSpPr/>
          <p:nvPr/>
        </p:nvSpPr>
        <p:spPr>
          <a:xfrm rot="20780835">
            <a:off x="10653559" y="372920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6" name="Star: 5 Points 215">
            <a:extLst>
              <a:ext uri="{FF2B5EF4-FFF2-40B4-BE49-F238E27FC236}">
                <a16:creationId xmlns:a16="http://schemas.microsoft.com/office/drawing/2014/main" id="{4F9C4DE9-05ED-8999-58FD-FF2A83606E32}"/>
              </a:ext>
            </a:extLst>
          </p:cNvPr>
          <p:cNvSpPr/>
          <p:nvPr/>
        </p:nvSpPr>
        <p:spPr>
          <a:xfrm rot="20780835">
            <a:off x="10946613" y="32579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8F6CD3C7-C270-AE75-3452-ECBDEE4BAD46}"/>
              </a:ext>
            </a:extLst>
          </p:cNvPr>
          <p:cNvSpPr/>
          <p:nvPr/>
        </p:nvSpPr>
        <p:spPr>
          <a:xfrm rot="20780835">
            <a:off x="6805860" y="3873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9103E7D5-2008-ADF1-9D60-676AD73A45E0}"/>
              </a:ext>
            </a:extLst>
          </p:cNvPr>
          <p:cNvSpPr/>
          <p:nvPr/>
        </p:nvSpPr>
        <p:spPr>
          <a:xfrm rot="20780835">
            <a:off x="7098914" y="34026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AF515EAF-415D-F7D5-E14E-292DFBA74914}"/>
              </a:ext>
            </a:extLst>
          </p:cNvPr>
          <p:cNvSpPr/>
          <p:nvPr/>
        </p:nvSpPr>
        <p:spPr>
          <a:xfrm rot="20780835">
            <a:off x="12407879" y="35453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0" name="Star: 5 Points 219">
            <a:extLst>
              <a:ext uri="{FF2B5EF4-FFF2-40B4-BE49-F238E27FC236}">
                <a16:creationId xmlns:a16="http://schemas.microsoft.com/office/drawing/2014/main" id="{28D2CC9E-AC91-1B44-8C6D-36D44CBD635C}"/>
              </a:ext>
            </a:extLst>
          </p:cNvPr>
          <p:cNvSpPr/>
          <p:nvPr/>
        </p:nvSpPr>
        <p:spPr>
          <a:xfrm rot="20780835">
            <a:off x="15381401" y="41264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1" name="Star: 5 Points 220">
            <a:extLst>
              <a:ext uri="{FF2B5EF4-FFF2-40B4-BE49-F238E27FC236}">
                <a16:creationId xmlns:a16="http://schemas.microsoft.com/office/drawing/2014/main" id="{9EDD0E68-2FCB-54CE-7CA0-5363D3822C56}"/>
              </a:ext>
            </a:extLst>
          </p:cNvPr>
          <p:cNvSpPr/>
          <p:nvPr/>
        </p:nvSpPr>
        <p:spPr>
          <a:xfrm rot="20780835">
            <a:off x="15674455" y="36551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2" name="Star: 5 Points 221">
            <a:extLst>
              <a:ext uri="{FF2B5EF4-FFF2-40B4-BE49-F238E27FC236}">
                <a16:creationId xmlns:a16="http://schemas.microsoft.com/office/drawing/2014/main" id="{A11AFCC5-AA65-38A9-D2A9-0F8889ACC7C7}"/>
              </a:ext>
            </a:extLst>
          </p:cNvPr>
          <p:cNvSpPr/>
          <p:nvPr/>
        </p:nvSpPr>
        <p:spPr>
          <a:xfrm rot="20780835">
            <a:off x="15967509" y="32187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3" name="Star: 5 Points 222">
            <a:extLst>
              <a:ext uri="{FF2B5EF4-FFF2-40B4-BE49-F238E27FC236}">
                <a16:creationId xmlns:a16="http://schemas.microsoft.com/office/drawing/2014/main" id="{182EB28D-14BA-BD91-3026-EB7C45D8DD98}"/>
              </a:ext>
            </a:extLst>
          </p:cNvPr>
          <p:cNvSpPr/>
          <p:nvPr/>
        </p:nvSpPr>
        <p:spPr>
          <a:xfrm rot="20780835">
            <a:off x="11826756" y="37998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4" name="Star: 5 Points 223">
            <a:extLst>
              <a:ext uri="{FF2B5EF4-FFF2-40B4-BE49-F238E27FC236}">
                <a16:creationId xmlns:a16="http://schemas.microsoft.com/office/drawing/2014/main" id="{A908CAE1-397F-5204-E79A-71A67DF1F55A}"/>
              </a:ext>
            </a:extLst>
          </p:cNvPr>
          <p:cNvSpPr/>
          <p:nvPr/>
        </p:nvSpPr>
        <p:spPr>
          <a:xfrm rot="20780835">
            <a:off x="12119810" y="336346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5" name="Star: 5 Points 224">
            <a:extLst>
              <a:ext uri="{FF2B5EF4-FFF2-40B4-BE49-F238E27FC236}">
                <a16:creationId xmlns:a16="http://schemas.microsoft.com/office/drawing/2014/main" id="{7A601025-FEEA-9664-898C-EB54165EEB95}"/>
              </a:ext>
            </a:extLst>
          </p:cNvPr>
          <p:cNvSpPr/>
          <p:nvPr/>
        </p:nvSpPr>
        <p:spPr>
          <a:xfrm rot="20780835">
            <a:off x="14235849" y="33694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6" name="Star: 5 Points 225">
            <a:extLst>
              <a:ext uri="{FF2B5EF4-FFF2-40B4-BE49-F238E27FC236}">
                <a16:creationId xmlns:a16="http://schemas.microsoft.com/office/drawing/2014/main" id="{A35E375D-BFEA-E436-64D9-724231C62841}"/>
              </a:ext>
            </a:extLst>
          </p:cNvPr>
          <p:cNvSpPr/>
          <p:nvPr/>
        </p:nvSpPr>
        <p:spPr>
          <a:xfrm rot="20780835">
            <a:off x="17099452" y="38664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7" name="Star: 5 Points 226">
            <a:extLst>
              <a:ext uri="{FF2B5EF4-FFF2-40B4-BE49-F238E27FC236}">
                <a16:creationId xmlns:a16="http://schemas.microsoft.com/office/drawing/2014/main" id="{BBD8D690-A485-72FB-3933-353352CBC8A8}"/>
              </a:ext>
            </a:extLst>
          </p:cNvPr>
          <p:cNvSpPr/>
          <p:nvPr/>
        </p:nvSpPr>
        <p:spPr>
          <a:xfrm rot="20780835">
            <a:off x="17392506" y="3395176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8" name="Star: 5 Points 227">
            <a:extLst>
              <a:ext uri="{FF2B5EF4-FFF2-40B4-BE49-F238E27FC236}">
                <a16:creationId xmlns:a16="http://schemas.microsoft.com/office/drawing/2014/main" id="{2FB84A85-9E5B-AC49-7031-BFBFFB528CDA}"/>
              </a:ext>
            </a:extLst>
          </p:cNvPr>
          <p:cNvSpPr/>
          <p:nvPr/>
        </p:nvSpPr>
        <p:spPr>
          <a:xfrm rot="20780835">
            <a:off x="16518329" y="412091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9" name="Star: 5 Points 228">
            <a:extLst>
              <a:ext uri="{FF2B5EF4-FFF2-40B4-BE49-F238E27FC236}">
                <a16:creationId xmlns:a16="http://schemas.microsoft.com/office/drawing/2014/main" id="{EF0428E8-5D9C-29A3-C183-85864A22621E}"/>
              </a:ext>
            </a:extLst>
          </p:cNvPr>
          <p:cNvSpPr/>
          <p:nvPr/>
        </p:nvSpPr>
        <p:spPr>
          <a:xfrm rot="20780835">
            <a:off x="16811383" y="368453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0" name="Star: 5 Points 229">
            <a:extLst>
              <a:ext uri="{FF2B5EF4-FFF2-40B4-BE49-F238E27FC236}">
                <a16:creationId xmlns:a16="http://schemas.microsoft.com/office/drawing/2014/main" id="{BF35647F-E0B3-5488-B082-2BD5FC928B57}"/>
              </a:ext>
            </a:extLst>
          </p:cNvPr>
          <p:cNvSpPr/>
          <p:nvPr/>
        </p:nvSpPr>
        <p:spPr>
          <a:xfrm rot="20780835">
            <a:off x="4312218" y="87763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1" name="Star: 5 Points 230">
            <a:extLst>
              <a:ext uri="{FF2B5EF4-FFF2-40B4-BE49-F238E27FC236}">
                <a16:creationId xmlns:a16="http://schemas.microsoft.com/office/drawing/2014/main" id="{0E86237D-640F-E6E1-DA7E-0E2F95C35798}"/>
              </a:ext>
            </a:extLst>
          </p:cNvPr>
          <p:cNvSpPr/>
          <p:nvPr/>
        </p:nvSpPr>
        <p:spPr>
          <a:xfrm rot="20780835">
            <a:off x="2158567" y="81526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2" name="Star: 5 Points 231">
            <a:extLst>
              <a:ext uri="{FF2B5EF4-FFF2-40B4-BE49-F238E27FC236}">
                <a16:creationId xmlns:a16="http://schemas.microsoft.com/office/drawing/2014/main" id="{543E992D-50A7-AFB0-580F-0727E05C991A}"/>
              </a:ext>
            </a:extLst>
          </p:cNvPr>
          <p:cNvSpPr/>
          <p:nvPr/>
        </p:nvSpPr>
        <p:spPr>
          <a:xfrm rot="20780835">
            <a:off x="8979788" y="85890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3" name="Star: 5 Points 232">
            <a:extLst>
              <a:ext uri="{FF2B5EF4-FFF2-40B4-BE49-F238E27FC236}">
                <a16:creationId xmlns:a16="http://schemas.microsoft.com/office/drawing/2014/main" id="{411D6041-787B-3972-BE31-0661A26B4153}"/>
              </a:ext>
            </a:extLst>
          </p:cNvPr>
          <p:cNvSpPr/>
          <p:nvPr/>
        </p:nvSpPr>
        <p:spPr>
          <a:xfrm rot="20780835">
            <a:off x="9272842" y="81178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4" name="Star: 5 Points 233">
            <a:extLst>
              <a:ext uri="{FF2B5EF4-FFF2-40B4-BE49-F238E27FC236}">
                <a16:creationId xmlns:a16="http://schemas.microsoft.com/office/drawing/2014/main" id="{B4AFBAAB-AB98-C9FF-F262-8D6EF0848050}"/>
              </a:ext>
            </a:extLst>
          </p:cNvPr>
          <p:cNvSpPr/>
          <p:nvPr/>
        </p:nvSpPr>
        <p:spPr>
          <a:xfrm rot="20780835">
            <a:off x="5132089" y="87337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5" name="Star: 5 Points 234">
            <a:extLst>
              <a:ext uri="{FF2B5EF4-FFF2-40B4-BE49-F238E27FC236}">
                <a16:creationId xmlns:a16="http://schemas.microsoft.com/office/drawing/2014/main" id="{F98BFC3E-F3D2-5DFC-B493-EDB7C1843B9E}"/>
              </a:ext>
            </a:extLst>
          </p:cNvPr>
          <p:cNvSpPr/>
          <p:nvPr/>
        </p:nvSpPr>
        <p:spPr>
          <a:xfrm rot="20780835">
            <a:off x="5425143" y="82625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6" name="Star: 5 Points 235">
            <a:extLst>
              <a:ext uri="{FF2B5EF4-FFF2-40B4-BE49-F238E27FC236}">
                <a16:creationId xmlns:a16="http://schemas.microsoft.com/office/drawing/2014/main" id="{BECBE0D2-530B-A776-6EAF-317CA76853E0}"/>
              </a:ext>
            </a:extLst>
          </p:cNvPr>
          <p:cNvSpPr/>
          <p:nvPr/>
        </p:nvSpPr>
        <p:spPr>
          <a:xfrm rot="20780835">
            <a:off x="1284390" y="88784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7" name="Star: 5 Points 236">
            <a:extLst>
              <a:ext uri="{FF2B5EF4-FFF2-40B4-BE49-F238E27FC236}">
                <a16:creationId xmlns:a16="http://schemas.microsoft.com/office/drawing/2014/main" id="{39A67FBB-9565-98A7-233A-7A2BAF1C4756}"/>
              </a:ext>
            </a:extLst>
          </p:cNvPr>
          <p:cNvSpPr/>
          <p:nvPr/>
        </p:nvSpPr>
        <p:spPr>
          <a:xfrm rot="20780835">
            <a:off x="1573648" y="8375475"/>
            <a:ext cx="261514" cy="10035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8" name="Star: 5 Points 237">
            <a:extLst>
              <a:ext uri="{FF2B5EF4-FFF2-40B4-BE49-F238E27FC236}">
                <a16:creationId xmlns:a16="http://schemas.microsoft.com/office/drawing/2014/main" id="{087EC55F-15D7-9948-DE84-00053431B2F0}"/>
              </a:ext>
            </a:extLst>
          </p:cNvPr>
          <p:cNvSpPr/>
          <p:nvPr/>
        </p:nvSpPr>
        <p:spPr>
          <a:xfrm rot="20780835">
            <a:off x="12931492" y="2084511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9" name="Star: 5 Points 238">
            <a:extLst>
              <a:ext uri="{FF2B5EF4-FFF2-40B4-BE49-F238E27FC236}">
                <a16:creationId xmlns:a16="http://schemas.microsoft.com/office/drawing/2014/main" id="{0A77358A-4960-5A8B-22D4-620AB836DB49}"/>
              </a:ext>
            </a:extLst>
          </p:cNvPr>
          <p:cNvSpPr/>
          <p:nvPr/>
        </p:nvSpPr>
        <p:spPr>
          <a:xfrm rot="20780835">
            <a:off x="9859931" y="913095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0" name="Star: 5 Points 239">
            <a:extLst>
              <a:ext uri="{FF2B5EF4-FFF2-40B4-BE49-F238E27FC236}">
                <a16:creationId xmlns:a16="http://schemas.microsoft.com/office/drawing/2014/main" id="{01416E83-5D36-4F83-3B72-59B9CF72C398}"/>
              </a:ext>
            </a:extLst>
          </p:cNvPr>
          <p:cNvSpPr/>
          <p:nvPr/>
        </p:nvSpPr>
        <p:spPr>
          <a:xfrm rot="20780835">
            <a:off x="10152985" y="865971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1" name="Star: 5 Points 240">
            <a:extLst>
              <a:ext uri="{FF2B5EF4-FFF2-40B4-BE49-F238E27FC236}">
                <a16:creationId xmlns:a16="http://schemas.microsoft.com/office/drawing/2014/main" id="{E9F1E097-3DDF-55F2-3184-421EB0FA7C52}"/>
              </a:ext>
            </a:extLst>
          </p:cNvPr>
          <p:cNvSpPr/>
          <p:nvPr/>
        </p:nvSpPr>
        <p:spPr>
          <a:xfrm rot="20780835">
            <a:off x="10446039" y="8223330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2" name="Star: 5 Points 241">
            <a:extLst>
              <a:ext uri="{FF2B5EF4-FFF2-40B4-BE49-F238E27FC236}">
                <a16:creationId xmlns:a16="http://schemas.microsoft.com/office/drawing/2014/main" id="{B936A5A5-3062-3555-9196-AFC3D9A739F7}"/>
              </a:ext>
            </a:extLst>
          </p:cNvPr>
          <p:cNvSpPr/>
          <p:nvPr/>
        </p:nvSpPr>
        <p:spPr>
          <a:xfrm rot="20780835">
            <a:off x="6305286" y="8804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3" name="Star: 5 Points 242">
            <a:extLst>
              <a:ext uri="{FF2B5EF4-FFF2-40B4-BE49-F238E27FC236}">
                <a16:creationId xmlns:a16="http://schemas.microsoft.com/office/drawing/2014/main" id="{60253F2D-E958-E0B7-A145-72838EE3B907}"/>
              </a:ext>
            </a:extLst>
          </p:cNvPr>
          <p:cNvSpPr/>
          <p:nvPr/>
        </p:nvSpPr>
        <p:spPr>
          <a:xfrm rot="20780835">
            <a:off x="6598340" y="83680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4" name="Star: 5 Points 243">
            <a:extLst>
              <a:ext uri="{FF2B5EF4-FFF2-40B4-BE49-F238E27FC236}">
                <a16:creationId xmlns:a16="http://schemas.microsoft.com/office/drawing/2014/main" id="{16EB4D6F-0105-0F37-A88A-D86037C56AB4}"/>
              </a:ext>
            </a:extLst>
          </p:cNvPr>
          <p:cNvSpPr/>
          <p:nvPr/>
        </p:nvSpPr>
        <p:spPr>
          <a:xfrm rot="20780835">
            <a:off x="8714379" y="83739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5" name="Star: 5 Points 244">
            <a:extLst>
              <a:ext uri="{FF2B5EF4-FFF2-40B4-BE49-F238E27FC236}">
                <a16:creationId xmlns:a16="http://schemas.microsoft.com/office/drawing/2014/main" id="{6BEE5793-27F6-3A2A-AD0D-38EB286AF923}"/>
              </a:ext>
            </a:extLst>
          </p:cNvPr>
          <p:cNvSpPr/>
          <p:nvPr/>
        </p:nvSpPr>
        <p:spPr>
          <a:xfrm rot="20780835">
            <a:off x="11577982" y="88709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6" name="Star: 5 Points 245">
            <a:extLst>
              <a:ext uri="{FF2B5EF4-FFF2-40B4-BE49-F238E27FC236}">
                <a16:creationId xmlns:a16="http://schemas.microsoft.com/office/drawing/2014/main" id="{D7D83B68-3BEA-D41C-FAAA-AACBC584217D}"/>
              </a:ext>
            </a:extLst>
          </p:cNvPr>
          <p:cNvSpPr/>
          <p:nvPr/>
        </p:nvSpPr>
        <p:spPr>
          <a:xfrm rot="20780835">
            <a:off x="11871036" y="83997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7" name="Star: 5 Points 246">
            <a:extLst>
              <a:ext uri="{FF2B5EF4-FFF2-40B4-BE49-F238E27FC236}">
                <a16:creationId xmlns:a16="http://schemas.microsoft.com/office/drawing/2014/main" id="{16ED1E06-31D6-E049-C36C-6982B3994399}"/>
              </a:ext>
            </a:extLst>
          </p:cNvPr>
          <p:cNvSpPr/>
          <p:nvPr/>
        </p:nvSpPr>
        <p:spPr>
          <a:xfrm rot="20780835">
            <a:off x="10996859" y="9125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8" name="Star: 5 Points 247">
            <a:extLst>
              <a:ext uri="{FF2B5EF4-FFF2-40B4-BE49-F238E27FC236}">
                <a16:creationId xmlns:a16="http://schemas.microsoft.com/office/drawing/2014/main" id="{62693FF9-1427-D9CD-3A69-28A7C445856B}"/>
              </a:ext>
            </a:extLst>
          </p:cNvPr>
          <p:cNvSpPr/>
          <p:nvPr/>
        </p:nvSpPr>
        <p:spPr>
          <a:xfrm rot="20780835">
            <a:off x="11289913" y="8689081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9" name="Star: 5 Points 248">
            <a:extLst>
              <a:ext uri="{FF2B5EF4-FFF2-40B4-BE49-F238E27FC236}">
                <a16:creationId xmlns:a16="http://schemas.microsoft.com/office/drawing/2014/main" id="{92CAC524-71B3-C7C3-02CE-785030DC6901}"/>
              </a:ext>
            </a:extLst>
          </p:cNvPr>
          <p:cNvSpPr/>
          <p:nvPr/>
        </p:nvSpPr>
        <p:spPr>
          <a:xfrm rot="20780835">
            <a:off x="3413975" y="85255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0" name="Star: 5 Points 249">
            <a:extLst>
              <a:ext uri="{FF2B5EF4-FFF2-40B4-BE49-F238E27FC236}">
                <a16:creationId xmlns:a16="http://schemas.microsoft.com/office/drawing/2014/main" id="{310ACE7A-A743-E8EA-17E5-6E1F71AF65A0}"/>
              </a:ext>
            </a:extLst>
          </p:cNvPr>
          <p:cNvSpPr/>
          <p:nvPr/>
        </p:nvSpPr>
        <p:spPr>
          <a:xfrm rot="20780835">
            <a:off x="3707029" y="808913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1" name="Star: 5 Points 250">
            <a:extLst>
              <a:ext uri="{FF2B5EF4-FFF2-40B4-BE49-F238E27FC236}">
                <a16:creationId xmlns:a16="http://schemas.microsoft.com/office/drawing/2014/main" id="{22B9F372-AA19-2F69-E607-F39FF9A149B6}"/>
              </a:ext>
            </a:extLst>
          </p:cNvPr>
          <p:cNvSpPr/>
          <p:nvPr/>
        </p:nvSpPr>
        <p:spPr>
          <a:xfrm rot="20780835">
            <a:off x="4526900" y="80465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2" name="Star: 5 Points 251">
            <a:extLst>
              <a:ext uri="{FF2B5EF4-FFF2-40B4-BE49-F238E27FC236}">
                <a16:creationId xmlns:a16="http://schemas.microsoft.com/office/drawing/2014/main" id="{69C9CACD-3AFC-4890-FF05-310EBE0AC6AD}"/>
              </a:ext>
            </a:extLst>
          </p:cNvPr>
          <p:cNvSpPr/>
          <p:nvPr/>
        </p:nvSpPr>
        <p:spPr>
          <a:xfrm rot="20780835">
            <a:off x="6880051" y="802349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92D050"/>
              </a:solidFill>
            </a:endParaRPr>
          </a:p>
        </p:txBody>
      </p:sp>
      <p:sp>
        <p:nvSpPr>
          <p:cNvPr id="253" name="Star: 5 Points 252">
            <a:extLst>
              <a:ext uri="{FF2B5EF4-FFF2-40B4-BE49-F238E27FC236}">
                <a16:creationId xmlns:a16="http://schemas.microsoft.com/office/drawing/2014/main" id="{43DA0352-B873-6E58-3B62-5B012A5D16F7}"/>
              </a:ext>
            </a:extLst>
          </p:cNvPr>
          <p:cNvSpPr/>
          <p:nvPr/>
        </p:nvSpPr>
        <p:spPr>
          <a:xfrm rot="20780835">
            <a:off x="10146627" y="81333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4" name="Star: 5 Points 253">
            <a:extLst>
              <a:ext uri="{FF2B5EF4-FFF2-40B4-BE49-F238E27FC236}">
                <a16:creationId xmlns:a16="http://schemas.microsoft.com/office/drawing/2014/main" id="{6EF9E2EB-5C76-E648-AFB2-01C9802BB248}"/>
              </a:ext>
            </a:extLst>
          </p:cNvPr>
          <p:cNvSpPr/>
          <p:nvPr/>
        </p:nvSpPr>
        <p:spPr>
          <a:xfrm rot="20780835">
            <a:off x="6298928" y="8277990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5" name="Star: 5 Points 254">
            <a:extLst>
              <a:ext uri="{FF2B5EF4-FFF2-40B4-BE49-F238E27FC236}">
                <a16:creationId xmlns:a16="http://schemas.microsoft.com/office/drawing/2014/main" id="{E3D37643-165B-1BA1-1D6D-920D70CACC3E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6" name="Star: 5 Points 255">
            <a:extLst>
              <a:ext uri="{FF2B5EF4-FFF2-40B4-BE49-F238E27FC236}">
                <a16:creationId xmlns:a16="http://schemas.microsoft.com/office/drawing/2014/main" id="{87EEE71E-F577-E2AD-302F-0F1F10B5BD9C}"/>
              </a:ext>
            </a:extLst>
          </p:cNvPr>
          <p:cNvSpPr/>
          <p:nvPr/>
        </p:nvSpPr>
        <p:spPr>
          <a:xfrm rot="20780835">
            <a:off x="9425242" y="827022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7" name="Star: 5 Points 256">
            <a:extLst>
              <a:ext uri="{FF2B5EF4-FFF2-40B4-BE49-F238E27FC236}">
                <a16:creationId xmlns:a16="http://schemas.microsoft.com/office/drawing/2014/main" id="{7D1F7C2A-5253-31E0-9666-66A50231EE7B}"/>
              </a:ext>
            </a:extLst>
          </p:cNvPr>
          <p:cNvSpPr/>
          <p:nvPr/>
        </p:nvSpPr>
        <p:spPr>
          <a:xfrm rot="20780835">
            <a:off x="4938633" y="8912469"/>
            <a:ext cx="253942" cy="123560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8" name="Star: 5 Points 257">
            <a:extLst>
              <a:ext uri="{FF2B5EF4-FFF2-40B4-BE49-F238E27FC236}">
                <a16:creationId xmlns:a16="http://schemas.microsoft.com/office/drawing/2014/main" id="{493CFFF3-DF06-EFB5-0DE0-97F549197644}"/>
              </a:ext>
            </a:extLst>
          </p:cNvPr>
          <p:cNvSpPr/>
          <p:nvPr/>
        </p:nvSpPr>
        <p:spPr>
          <a:xfrm rot="20780835">
            <a:off x="10598439" y="83757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9" name="Star: 5 Points 258">
            <a:extLst>
              <a:ext uri="{FF2B5EF4-FFF2-40B4-BE49-F238E27FC236}">
                <a16:creationId xmlns:a16="http://schemas.microsoft.com/office/drawing/2014/main" id="{C0A72FFB-6777-9819-63A0-C1F316EE5583}"/>
              </a:ext>
            </a:extLst>
          </p:cNvPr>
          <p:cNvSpPr/>
          <p:nvPr/>
        </p:nvSpPr>
        <p:spPr>
          <a:xfrm rot="20780835">
            <a:off x="7714125" y="76060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0" name="Star: 5 Points 259">
            <a:extLst>
              <a:ext uri="{FF2B5EF4-FFF2-40B4-BE49-F238E27FC236}">
                <a16:creationId xmlns:a16="http://schemas.microsoft.com/office/drawing/2014/main" id="{F98073F6-EED6-1F70-12BA-43671289DA91}"/>
              </a:ext>
            </a:extLst>
          </p:cNvPr>
          <p:cNvSpPr/>
          <p:nvPr/>
        </p:nvSpPr>
        <p:spPr>
          <a:xfrm rot="20780835">
            <a:off x="8866779" y="8526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1" name="Star: 5 Points 260">
            <a:extLst>
              <a:ext uri="{FF2B5EF4-FFF2-40B4-BE49-F238E27FC236}">
                <a16:creationId xmlns:a16="http://schemas.microsoft.com/office/drawing/2014/main" id="{E66AB18F-C44B-14C3-36BE-5C1EDBEE5A43}"/>
              </a:ext>
            </a:extLst>
          </p:cNvPr>
          <p:cNvSpPr/>
          <p:nvPr/>
        </p:nvSpPr>
        <p:spPr>
          <a:xfrm rot="20780835">
            <a:off x="13841450" y="9484078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2" name="Star: 5 Points 261">
            <a:extLst>
              <a:ext uri="{FF2B5EF4-FFF2-40B4-BE49-F238E27FC236}">
                <a16:creationId xmlns:a16="http://schemas.microsoft.com/office/drawing/2014/main" id="{E5407498-EE84-CBB7-19CC-1B84B289C2B5}"/>
              </a:ext>
            </a:extLst>
          </p:cNvPr>
          <p:cNvSpPr/>
          <p:nvPr/>
        </p:nvSpPr>
        <p:spPr>
          <a:xfrm rot="20780835">
            <a:off x="13993850" y="96364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4" name="Star: 5 Points 263">
            <a:extLst>
              <a:ext uri="{FF2B5EF4-FFF2-40B4-BE49-F238E27FC236}">
                <a16:creationId xmlns:a16="http://schemas.microsoft.com/office/drawing/2014/main" id="{AA6B346F-D26D-4C13-2E81-A17ECCE7DCC0}"/>
              </a:ext>
            </a:extLst>
          </p:cNvPr>
          <p:cNvSpPr/>
          <p:nvPr/>
        </p:nvSpPr>
        <p:spPr>
          <a:xfrm rot="20780835">
            <a:off x="15254283" y="8533059"/>
            <a:ext cx="164900" cy="13783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5" name="Star: 5 Points 264">
            <a:extLst>
              <a:ext uri="{FF2B5EF4-FFF2-40B4-BE49-F238E27FC236}">
                <a16:creationId xmlns:a16="http://schemas.microsoft.com/office/drawing/2014/main" id="{F5CDFC56-907A-751F-BCFA-82DEB3E64BAB}"/>
              </a:ext>
            </a:extLst>
          </p:cNvPr>
          <p:cNvSpPr/>
          <p:nvPr/>
        </p:nvSpPr>
        <p:spPr>
          <a:xfrm rot="20780835">
            <a:off x="15032364" y="9264205"/>
            <a:ext cx="164900" cy="13566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6" name="Star: 5 Points 265">
            <a:extLst>
              <a:ext uri="{FF2B5EF4-FFF2-40B4-BE49-F238E27FC236}">
                <a16:creationId xmlns:a16="http://schemas.microsoft.com/office/drawing/2014/main" id="{28A91668-6A26-B873-1421-30F2CB451833}"/>
              </a:ext>
            </a:extLst>
          </p:cNvPr>
          <p:cNvSpPr/>
          <p:nvPr/>
        </p:nvSpPr>
        <p:spPr>
          <a:xfrm rot="20780835">
            <a:off x="16465693" y="8352043"/>
            <a:ext cx="94154" cy="45719"/>
          </a:xfrm>
          <a:prstGeom prst="star5">
            <a:avLst>
              <a:gd name="adj" fmla="val 50000"/>
              <a:gd name="hf" fmla="val 105146"/>
              <a:gd name="vf" fmla="val 11055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7" name="Star: 5 Points 266">
            <a:extLst>
              <a:ext uri="{FF2B5EF4-FFF2-40B4-BE49-F238E27FC236}">
                <a16:creationId xmlns:a16="http://schemas.microsoft.com/office/drawing/2014/main" id="{C8A6531C-182B-69E9-55E7-72C2C0F1F193}"/>
              </a:ext>
            </a:extLst>
          </p:cNvPr>
          <p:cNvSpPr/>
          <p:nvPr/>
        </p:nvSpPr>
        <p:spPr>
          <a:xfrm rot="20780835">
            <a:off x="17737643" y="70586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8" name="Star: 5 Points 267">
            <a:extLst>
              <a:ext uri="{FF2B5EF4-FFF2-40B4-BE49-F238E27FC236}">
                <a16:creationId xmlns:a16="http://schemas.microsoft.com/office/drawing/2014/main" id="{E8FF42BD-EDEB-31B3-B297-593246D127E1}"/>
              </a:ext>
            </a:extLst>
          </p:cNvPr>
          <p:cNvSpPr/>
          <p:nvPr/>
        </p:nvSpPr>
        <p:spPr>
          <a:xfrm rot="20780835">
            <a:off x="15857029" y="91434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9" name="Star: 5 Points 268">
            <a:extLst>
              <a:ext uri="{FF2B5EF4-FFF2-40B4-BE49-F238E27FC236}">
                <a16:creationId xmlns:a16="http://schemas.microsoft.com/office/drawing/2014/main" id="{455B6DC6-B24C-5783-4E1D-AD08667F5023}"/>
              </a:ext>
            </a:extLst>
          </p:cNvPr>
          <p:cNvSpPr/>
          <p:nvPr/>
        </p:nvSpPr>
        <p:spPr>
          <a:xfrm rot="20780835">
            <a:off x="16009429" y="92958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0" name="Star: 5 Points 269">
            <a:extLst>
              <a:ext uri="{FF2B5EF4-FFF2-40B4-BE49-F238E27FC236}">
                <a16:creationId xmlns:a16="http://schemas.microsoft.com/office/drawing/2014/main" id="{FEC8FD12-CECD-0947-27A3-B9B4FEC7DA29}"/>
              </a:ext>
            </a:extLst>
          </p:cNvPr>
          <p:cNvSpPr/>
          <p:nvPr/>
        </p:nvSpPr>
        <p:spPr>
          <a:xfrm rot="20780835">
            <a:off x="17745701" y="87861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1" name="Star: 5 Points 270">
            <a:extLst>
              <a:ext uri="{FF2B5EF4-FFF2-40B4-BE49-F238E27FC236}">
                <a16:creationId xmlns:a16="http://schemas.microsoft.com/office/drawing/2014/main" id="{F6F82401-66DD-C49A-D15B-09752F3387CB}"/>
              </a:ext>
            </a:extLst>
          </p:cNvPr>
          <p:cNvSpPr/>
          <p:nvPr/>
        </p:nvSpPr>
        <p:spPr>
          <a:xfrm rot="20780835">
            <a:off x="16314229" y="96006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2" name="Star: 5 Points 271">
            <a:extLst>
              <a:ext uri="{FF2B5EF4-FFF2-40B4-BE49-F238E27FC236}">
                <a16:creationId xmlns:a16="http://schemas.microsoft.com/office/drawing/2014/main" id="{AB58B955-C187-0E50-3A18-80722785449B}"/>
              </a:ext>
            </a:extLst>
          </p:cNvPr>
          <p:cNvSpPr/>
          <p:nvPr/>
        </p:nvSpPr>
        <p:spPr>
          <a:xfrm rot="20780835">
            <a:off x="16466629" y="975307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7" name="Star: 5 Points 276">
            <a:extLst>
              <a:ext uri="{FF2B5EF4-FFF2-40B4-BE49-F238E27FC236}">
                <a16:creationId xmlns:a16="http://schemas.microsoft.com/office/drawing/2014/main" id="{9DEC1710-45D9-5290-EFE4-3221059AA130}"/>
              </a:ext>
            </a:extLst>
          </p:cNvPr>
          <p:cNvSpPr/>
          <p:nvPr/>
        </p:nvSpPr>
        <p:spPr>
          <a:xfrm rot="20780835">
            <a:off x="8128793" y="210182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8" name="Star: 5 Points 277">
            <a:extLst>
              <a:ext uri="{FF2B5EF4-FFF2-40B4-BE49-F238E27FC236}">
                <a16:creationId xmlns:a16="http://schemas.microsoft.com/office/drawing/2014/main" id="{D49811AE-FDD4-9C35-7A39-84E2A33CE4C8}"/>
              </a:ext>
            </a:extLst>
          </p:cNvPr>
          <p:cNvSpPr/>
          <p:nvPr/>
        </p:nvSpPr>
        <p:spPr>
          <a:xfrm rot="20780835">
            <a:off x="2407831" y="336909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279" name="Star: 5 Points 278">
            <a:extLst>
              <a:ext uri="{FF2B5EF4-FFF2-40B4-BE49-F238E27FC236}">
                <a16:creationId xmlns:a16="http://schemas.microsoft.com/office/drawing/2014/main" id="{0CD1DED8-69A7-9979-E1DA-D887908B8240}"/>
              </a:ext>
            </a:extLst>
          </p:cNvPr>
          <p:cNvSpPr/>
          <p:nvPr/>
        </p:nvSpPr>
        <p:spPr>
          <a:xfrm rot="20780835">
            <a:off x="1940694" y="54513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0" name="Star: 5 Points 279">
            <a:extLst>
              <a:ext uri="{FF2B5EF4-FFF2-40B4-BE49-F238E27FC236}">
                <a16:creationId xmlns:a16="http://schemas.microsoft.com/office/drawing/2014/main" id="{21B76193-649E-89EA-9A51-9C7273468B3B}"/>
              </a:ext>
            </a:extLst>
          </p:cNvPr>
          <p:cNvSpPr/>
          <p:nvPr/>
        </p:nvSpPr>
        <p:spPr>
          <a:xfrm rot="20780835">
            <a:off x="2790418" y="5128707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70688AE9-609D-B17C-ADEB-43CF038A8521}"/>
              </a:ext>
            </a:extLst>
          </p:cNvPr>
          <p:cNvSpPr/>
          <p:nvPr/>
        </p:nvSpPr>
        <p:spPr>
          <a:xfrm rot="20780835">
            <a:off x="1533654" y="4094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2" name="Star: 5 Points 281">
            <a:extLst>
              <a:ext uri="{FF2B5EF4-FFF2-40B4-BE49-F238E27FC236}">
                <a16:creationId xmlns:a16="http://schemas.microsoft.com/office/drawing/2014/main" id="{E8816226-3E5E-E8F9-6491-C3A3917840EE}"/>
              </a:ext>
            </a:extLst>
          </p:cNvPr>
          <p:cNvSpPr/>
          <p:nvPr/>
        </p:nvSpPr>
        <p:spPr>
          <a:xfrm rot="20780835">
            <a:off x="1826708" y="36235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3" name="Star: 5 Points 282">
            <a:extLst>
              <a:ext uri="{FF2B5EF4-FFF2-40B4-BE49-F238E27FC236}">
                <a16:creationId xmlns:a16="http://schemas.microsoft.com/office/drawing/2014/main" id="{E480CF4D-3F2A-7DB8-5350-29E852D67E5B}"/>
              </a:ext>
            </a:extLst>
          </p:cNvPr>
          <p:cNvSpPr/>
          <p:nvPr/>
        </p:nvSpPr>
        <p:spPr>
          <a:xfrm rot="20780835">
            <a:off x="2270909" y="44873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4" name="Star: 5 Points 283">
            <a:extLst>
              <a:ext uri="{FF2B5EF4-FFF2-40B4-BE49-F238E27FC236}">
                <a16:creationId xmlns:a16="http://schemas.microsoft.com/office/drawing/2014/main" id="{4022D599-11C8-DBE0-6252-198DFFE79DEB}"/>
              </a:ext>
            </a:extLst>
          </p:cNvPr>
          <p:cNvSpPr/>
          <p:nvPr/>
        </p:nvSpPr>
        <p:spPr>
          <a:xfrm rot="20780835">
            <a:off x="1689786" y="4741820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5" name="Star: 5 Points 284">
            <a:extLst>
              <a:ext uri="{FF2B5EF4-FFF2-40B4-BE49-F238E27FC236}">
                <a16:creationId xmlns:a16="http://schemas.microsoft.com/office/drawing/2014/main" id="{39EE0FFD-BE57-9981-9CB4-6A64511D6220}"/>
              </a:ext>
            </a:extLst>
          </p:cNvPr>
          <p:cNvSpPr/>
          <p:nvPr/>
        </p:nvSpPr>
        <p:spPr>
          <a:xfrm rot="20780835">
            <a:off x="4260255" y="33066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6" name="Star: 5 Points 285">
            <a:extLst>
              <a:ext uri="{FF2B5EF4-FFF2-40B4-BE49-F238E27FC236}">
                <a16:creationId xmlns:a16="http://schemas.microsoft.com/office/drawing/2014/main" id="{40CD9DEF-9531-86A3-FC81-C869B10EFB32}"/>
              </a:ext>
            </a:extLst>
          </p:cNvPr>
          <p:cNvSpPr/>
          <p:nvPr/>
        </p:nvSpPr>
        <p:spPr>
          <a:xfrm rot="20780835">
            <a:off x="4349788" y="55374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7" name="Star: 5 Points 286">
            <a:extLst>
              <a:ext uri="{FF2B5EF4-FFF2-40B4-BE49-F238E27FC236}">
                <a16:creationId xmlns:a16="http://schemas.microsoft.com/office/drawing/2014/main" id="{76089FF4-8098-A838-4EC6-CF5D9E0449E5}"/>
              </a:ext>
            </a:extLst>
          </p:cNvPr>
          <p:cNvSpPr/>
          <p:nvPr/>
        </p:nvSpPr>
        <p:spPr>
          <a:xfrm rot="20780835">
            <a:off x="4537382" y="4994989"/>
            <a:ext cx="261832" cy="16362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8" name="Star: 5 Points 287">
            <a:extLst>
              <a:ext uri="{FF2B5EF4-FFF2-40B4-BE49-F238E27FC236}">
                <a16:creationId xmlns:a16="http://schemas.microsoft.com/office/drawing/2014/main" id="{180113B0-AD28-BB62-C956-4B715F9BC6DE}"/>
              </a:ext>
            </a:extLst>
          </p:cNvPr>
          <p:cNvSpPr/>
          <p:nvPr/>
        </p:nvSpPr>
        <p:spPr>
          <a:xfrm rot="20780835">
            <a:off x="3386078" y="40323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9" name="Star: 5 Points 288">
            <a:extLst>
              <a:ext uri="{FF2B5EF4-FFF2-40B4-BE49-F238E27FC236}">
                <a16:creationId xmlns:a16="http://schemas.microsoft.com/office/drawing/2014/main" id="{E17310F3-94D3-82CE-8004-2F5B2100017A}"/>
              </a:ext>
            </a:extLst>
          </p:cNvPr>
          <p:cNvSpPr/>
          <p:nvPr/>
        </p:nvSpPr>
        <p:spPr>
          <a:xfrm rot="20780835">
            <a:off x="3679132" y="35611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0" name="Star: 5 Points 289">
            <a:extLst>
              <a:ext uri="{FF2B5EF4-FFF2-40B4-BE49-F238E27FC236}">
                <a16:creationId xmlns:a16="http://schemas.microsoft.com/office/drawing/2014/main" id="{B4F4BA55-B18E-C31A-2DDE-794684F25766}"/>
              </a:ext>
            </a:extLst>
          </p:cNvPr>
          <p:cNvSpPr/>
          <p:nvPr/>
        </p:nvSpPr>
        <p:spPr>
          <a:xfrm rot="20780835">
            <a:off x="4123333" y="442484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1" name="Star: 5 Points 290">
            <a:extLst>
              <a:ext uri="{FF2B5EF4-FFF2-40B4-BE49-F238E27FC236}">
                <a16:creationId xmlns:a16="http://schemas.microsoft.com/office/drawing/2014/main" id="{0FD95677-FC29-2117-93F2-30505A3979EA}"/>
              </a:ext>
            </a:extLst>
          </p:cNvPr>
          <p:cNvSpPr/>
          <p:nvPr/>
        </p:nvSpPr>
        <p:spPr>
          <a:xfrm rot="20780835">
            <a:off x="3542210" y="467933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2" name="Star: 5 Points 291">
            <a:extLst>
              <a:ext uri="{FF2B5EF4-FFF2-40B4-BE49-F238E27FC236}">
                <a16:creationId xmlns:a16="http://schemas.microsoft.com/office/drawing/2014/main" id="{05247C1F-3A76-E208-27C4-635BEB095065}"/>
              </a:ext>
            </a:extLst>
          </p:cNvPr>
          <p:cNvSpPr/>
          <p:nvPr/>
        </p:nvSpPr>
        <p:spPr>
          <a:xfrm rot="20780835">
            <a:off x="739412" y="5954707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3" name="Star: 5 Points 292">
            <a:extLst>
              <a:ext uri="{FF2B5EF4-FFF2-40B4-BE49-F238E27FC236}">
                <a16:creationId xmlns:a16="http://schemas.microsoft.com/office/drawing/2014/main" id="{6A05EDD7-8BEF-860D-3291-B3379CE70EA0}"/>
              </a:ext>
            </a:extLst>
          </p:cNvPr>
          <p:cNvSpPr/>
          <p:nvPr/>
        </p:nvSpPr>
        <p:spPr>
          <a:xfrm rot="20780835">
            <a:off x="3990714" y="6123213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4" name="Star: 5 Points 293">
            <a:extLst>
              <a:ext uri="{FF2B5EF4-FFF2-40B4-BE49-F238E27FC236}">
                <a16:creationId xmlns:a16="http://schemas.microsoft.com/office/drawing/2014/main" id="{FB613C04-37CB-FC4E-E7CF-6F2A12F8A8D1}"/>
              </a:ext>
            </a:extLst>
          </p:cNvPr>
          <p:cNvSpPr/>
          <p:nvPr/>
        </p:nvSpPr>
        <p:spPr>
          <a:xfrm rot="20780835">
            <a:off x="2351322" y="1978002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5" name="Star: 5 Points 294">
            <a:extLst>
              <a:ext uri="{FF2B5EF4-FFF2-40B4-BE49-F238E27FC236}">
                <a16:creationId xmlns:a16="http://schemas.microsoft.com/office/drawing/2014/main" id="{3C5DD72B-08BB-D62E-D338-AB2081DBEE72}"/>
              </a:ext>
            </a:extLst>
          </p:cNvPr>
          <p:cNvSpPr/>
          <p:nvPr/>
        </p:nvSpPr>
        <p:spPr>
          <a:xfrm rot="20780835">
            <a:off x="2798671" y="608886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6" name="Star: 5 Points 295">
            <a:extLst>
              <a:ext uri="{FF2B5EF4-FFF2-40B4-BE49-F238E27FC236}">
                <a16:creationId xmlns:a16="http://schemas.microsoft.com/office/drawing/2014/main" id="{8C5CB22A-79EC-373D-427D-E338B201994B}"/>
              </a:ext>
            </a:extLst>
          </p:cNvPr>
          <p:cNvSpPr/>
          <p:nvPr/>
        </p:nvSpPr>
        <p:spPr>
          <a:xfrm rot="20780835">
            <a:off x="3246020" y="-760230"/>
            <a:ext cx="103669" cy="13531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7" name="Star: 5 Points 296">
            <a:extLst>
              <a:ext uri="{FF2B5EF4-FFF2-40B4-BE49-F238E27FC236}">
                <a16:creationId xmlns:a16="http://schemas.microsoft.com/office/drawing/2014/main" id="{465BB96D-9B38-5957-13FB-E8890FF7FBB8}"/>
              </a:ext>
            </a:extLst>
          </p:cNvPr>
          <p:cNvSpPr/>
          <p:nvPr/>
        </p:nvSpPr>
        <p:spPr>
          <a:xfrm rot="20780835">
            <a:off x="418414" y="8693227"/>
            <a:ext cx="138949" cy="265608"/>
          </a:xfrm>
          <a:prstGeom prst="star5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8" name="Star: 5 Points 297">
            <a:extLst>
              <a:ext uri="{FF2B5EF4-FFF2-40B4-BE49-F238E27FC236}">
                <a16:creationId xmlns:a16="http://schemas.microsoft.com/office/drawing/2014/main" id="{DA22C914-3AC4-F389-E56E-7827694EBEF2}"/>
              </a:ext>
            </a:extLst>
          </p:cNvPr>
          <p:cNvSpPr/>
          <p:nvPr/>
        </p:nvSpPr>
        <p:spPr>
          <a:xfrm rot="20780835">
            <a:off x="2229019" y="87887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9" name="Star: 5 Points 298">
            <a:extLst>
              <a:ext uri="{FF2B5EF4-FFF2-40B4-BE49-F238E27FC236}">
                <a16:creationId xmlns:a16="http://schemas.microsoft.com/office/drawing/2014/main" id="{EA7714D0-9C39-3126-F5AD-6E8531DF3CEA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0" name="Star: 5 Points 299">
            <a:extLst>
              <a:ext uri="{FF2B5EF4-FFF2-40B4-BE49-F238E27FC236}">
                <a16:creationId xmlns:a16="http://schemas.microsoft.com/office/drawing/2014/main" id="{12406F2C-10E4-94AA-864D-2A929084AA39}"/>
              </a:ext>
            </a:extLst>
          </p:cNvPr>
          <p:cNvSpPr/>
          <p:nvPr/>
        </p:nvSpPr>
        <p:spPr>
          <a:xfrm rot="20780835">
            <a:off x="2463367" y="84574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1" name="Star: 5 Points 300">
            <a:extLst>
              <a:ext uri="{FF2B5EF4-FFF2-40B4-BE49-F238E27FC236}">
                <a16:creationId xmlns:a16="http://schemas.microsoft.com/office/drawing/2014/main" id="{F4206814-C621-0BBC-0102-633D77454A42}"/>
              </a:ext>
            </a:extLst>
          </p:cNvPr>
          <p:cNvSpPr/>
          <p:nvPr/>
        </p:nvSpPr>
        <p:spPr>
          <a:xfrm rot="20780835">
            <a:off x="2232188" y="7402917"/>
            <a:ext cx="161528" cy="7891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2" name="Star: 5 Points 301">
            <a:extLst>
              <a:ext uri="{FF2B5EF4-FFF2-40B4-BE49-F238E27FC236}">
                <a16:creationId xmlns:a16="http://schemas.microsoft.com/office/drawing/2014/main" id="{EEC40AF4-92A4-A6ED-489A-46C4D001C042}"/>
              </a:ext>
            </a:extLst>
          </p:cNvPr>
          <p:cNvSpPr/>
          <p:nvPr/>
        </p:nvSpPr>
        <p:spPr>
          <a:xfrm rot="20780835">
            <a:off x="11719535" y="5214283"/>
            <a:ext cx="204040" cy="17755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7030A0"/>
              </a:solidFill>
            </a:endParaRPr>
          </a:p>
        </p:txBody>
      </p:sp>
      <p:sp>
        <p:nvSpPr>
          <p:cNvPr id="303" name="Star: 5 Points 302">
            <a:extLst>
              <a:ext uri="{FF2B5EF4-FFF2-40B4-BE49-F238E27FC236}">
                <a16:creationId xmlns:a16="http://schemas.microsoft.com/office/drawing/2014/main" id="{B8293970-094B-9EC2-E48C-E3771724744B}"/>
              </a:ext>
            </a:extLst>
          </p:cNvPr>
          <p:cNvSpPr/>
          <p:nvPr/>
        </p:nvSpPr>
        <p:spPr>
          <a:xfrm rot="20780835">
            <a:off x="8264557" y="501007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4" name="Star: 5 Points 303">
            <a:extLst>
              <a:ext uri="{FF2B5EF4-FFF2-40B4-BE49-F238E27FC236}">
                <a16:creationId xmlns:a16="http://schemas.microsoft.com/office/drawing/2014/main" id="{41A5B526-3A59-8493-041A-A2873BE61CB7}"/>
              </a:ext>
            </a:extLst>
          </p:cNvPr>
          <p:cNvSpPr/>
          <p:nvPr/>
        </p:nvSpPr>
        <p:spPr>
          <a:xfrm rot="20780835">
            <a:off x="9689554" y="51864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5" name="Star: 5 Points 304">
            <a:extLst>
              <a:ext uri="{FF2B5EF4-FFF2-40B4-BE49-F238E27FC236}">
                <a16:creationId xmlns:a16="http://schemas.microsoft.com/office/drawing/2014/main" id="{0DC25E11-67E1-EC0A-941E-D037B067FFF5}"/>
              </a:ext>
            </a:extLst>
          </p:cNvPr>
          <p:cNvSpPr/>
          <p:nvPr/>
        </p:nvSpPr>
        <p:spPr>
          <a:xfrm rot="20780835">
            <a:off x="9104818" y="517065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6" name="Star: 5 Points 305">
            <a:extLst>
              <a:ext uri="{FF2B5EF4-FFF2-40B4-BE49-F238E27FC236}">
                <a16:creationId xmlns:a16="http://schemas.microsoft.com/office/drawing/2014/main" id="{F65E6932-52BA-1F7E-4D45-FA4F9D95822D}"/>
              </a:ext>
            </a:extLst>
          </p:cNvPr>
          <p:cNvSpPr/>
          <p:nvPr/>
        </p:nvSpPr>
        <p:spPr>
          <a:xfrm rot="20780835">
            <a:off x="10241746" y="51651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7" name="Star: 5 Points 306">
            <a:extLst>
              <a:ext uri="{FF2B5EF4-FFF2-40B4-BE49-F238E27FC236}">
                <a16:creationId xmlns:a16="http://schemas.microsoft.com/office/drawing/2014/main" id="{0B4865A0-F22F-9547-48C8-BBD0AFE0A202}"/>
              </a:ext>
            </a:extLst>
          </p:cNvPr>
          <p:cNvSpPr/>
          <p:nvPr/>
        </p:nvSpPr>
        <p:spPr>
          <a:xfrm rot="20780835">
            <a:off x="14242625" y="51618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8" name="Star: 5 Points 307">
            <a:extLst>
              <a:ext uri="{FF2B5EF4-FFF2-40B4-BE49-F238E27FC236}">
                <a16:creationId xmlns:a16="http://schemas.microsoft.com/office/drawing/2014/main" id="{4EAF9A84-88C0-F89D-CAA3-2970F7B4B278}"/>
              </a:ext>
            </a:extLst>
          </p:cNvPr>
          <p:cNvSpPr/>
          <p:nvPr/>
        </p:nvSpPr>
        <p:spPr>
          <a:xfrm rot="20780835">
            <a:off x="13348133" y="53074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9" name="Star: 5 Points 308">
            <a:extLst>
              <a:ext uri="{FF2B5EF4-FFF2-40B4-BE49-F238E27FC236}">
                <a16:creationId xmlns:a16="http://schemas.microsoft.com/office/drawing/2014/main" id="{A277F4F2-E594-FC0D-C2C7-FCB226062C2F}"/>
              </a:ext>
            </a:extLst>
          </p:cNvPr>
          <p:cNvSpPr/>
          <p:nvPr/>
        </p:nvSpPr>
        <p:spPr>
          <a:xfrm rot="20780835">
            <a:off x="13477450" y="47933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0" name="Star: 5 Points 309">
            <a:extLst>
              <a:ext uri="{FF2B5EF4-FFF2-40B4-BE49-F238E27FC236}">
                <a16:creationId xmlns:a16="http://schemas.microsoft.com/office/drawing/2014/main" id="{B3BB62F9-6196-967C-FC90-5C0AC100B981}"/>
              </a:ext>
            </a:extLst>
          </p:cNvPr>
          <p:cNvSpPr/>
          <p:nvPr/>
        </p:nvSpPr>
        <p:spPr>
          <a:xfrm rot="20780835">
            <a:off x="12582958" y="49389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1" name="Star: 5 Points 310">
            <a:extLst>
              <a:ext uri="{FF2B5EF4-FFF2-40B4-BE49-F238E27FC236}">
                <a16:creationId xmlns:a16="http://schemas.microsoft.com/office/drawing/2014/main" id="{6F5AD2ED-C0DD-2B53-8F39-5D91E63E6FA0}"/>
              </a:ext>
            </a:extLst>
          </p:cNvPr>
          <p:cNvSpPr/>
          <p:nvPr/>
        </p:nvSpPr>
        <p:spPr>
          <a:xfrm rot="20780835">
            <a:off x="17318302" y="47862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2" name="Star: 5 Points 311">
            <a:extLst>
              <a:ext uri="{FF2B5EF4-FFF2-40B4-BE49-F238E27FC236}">
                <a16:creationId xmlns:a16="http://schemas.microsoft.com/office/drawing/2014/main" id="{9467CDD6-142C-3852-97A2-C4C41DECF043}"/>
              </a:ext>
            </a:extLst>
          </p:cNvPr>
          <p:cNvSpPr/>
          <p:nvPr/>
        </p:nvSpPr>
        <p:spPr>
          <a:xfrm rot="20780835">
            <a:off x="16423810" y="4931804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3" name="Star: 5 Points 312">
            <a:extLst>
              <a:ext uri="{FF2B5EF4-FFF2-40B4-BE49-F238E27FC236}">
                <a16:creationId xmlns:a16="http://schemas.microsoft.com/office/drawing/2014/main" id="{B59395D4-0D98-F0AA-5222-2D478F32E0D0}"/>
              </a:ext>
            </a:extLst>
          </p:cNvPr>
          <p:cNvSpPr/>
          <p:nvPr/>
        </p:nvSpPr>
        <p:spPr>
          <a:xfrm rot="20780835">
            <a:off x="17521823" y="65742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4" name="Star: 5 Points 313">
            <a:extLst>
              <a:ext uri="{FF2B5EF4-FFF2-40B4-BE49-F238E27FC236}">
                <a16:creationId xmlns:a16="http://schemas.microsoft.com/office/drawing/2014/main" id="{DA86CC6F-C05F-6502-F769-369E5FB9667E}"/>
              </a:ext>
            </a:extLst>
          </p:cNvPr>
          <p:cNvSpPr/>
          <p:nvPr/>
        </p:nvSpPr>
        <p:spPr>
          <a:xfrm rot="20780835">
            <a:off x="16627331" y="67198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5" name="Star: 5 Points 314">
            <a:extLst>
              <a:ext uri="{FF2B5EF4-FFF2-40B4-BE49-F238E27FC236}">
                <a16:creationId xmlns:a16="http://schemas.microsoft.com/office/drawing/2014/main" id="{D84E3AC3-1498-E20C-0CE0-77B10BA1BE5B}"/>
              </a:ext>
            </a:extLst>
          </p:cNvPr>
          <p:cNvSpPr/>
          <p:nvPr/>
        </p:nvSpPr>
        <p:spPr>
          <a:xfrm rot="20780835">
            <a:off x="17318302" y="22894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6" name="Star: 5 Points 315">
            <a:extLst>
              <a:ext uri="{FF2B5EF4-FFF2-40B4-BE49-F238E27FC236}">
                <a16:creationId xmlns:a16="http://schemas.microsoft.com/office/drawing/2014/main" id="{E1B1CAE6-1B4B-1BA8-FB52-4CF607AA1413}"/>
              </a:ext>
            </a:extLst>
          </p:cNvPr>
          <p:cNvSpPr/>
          <p:nvPr/>
        </p:nvSpPr>
        <p:spPr>
          <a:xfrm rot="20780835">
            <a:off x="16423810" y="24350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7" name="Star: 5 Points 316">
            <a:extLst>
              <a:ext uri="{FF2B5EF4-FFF2-40B4-BE49-F238E27FC236}">
                <a16:creationId xmlns:a16="http://schemas.microsoft.com/office/drawing/2014/main" id="{BB7DC591-DED2-3CA6-07C0-16555A29F848}"/>
              </a:ext>
            </a:extLst>
          </p:cNvPr>
          <p:cNvSpPr/>
          <p:nvPr/>
        </p:nvSpPr>
        <p:spPr>
          <a:xfrm rot="20780835">
            <a:off x="3492400" y="9932249"/>
            <a:ext cx="323243" cy="4571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8" name="Star: 5 Points 317">
            <a:extLst>
              <a:ext uri="{FF2B5EF4-FFF2-40B4-BE49-F238E27FC236}">
                <a16:creationId xmlns:a16="http://schemas.microsoft.com/office/drawing/2014/main" id="{F5CF45A1-CF95-2658-5A4B-8B4862F20000}"/>
              </a:ext>
            </a:extLst>
          </p:cNvPr>
          <p:cNvSpPr/>
          <p:nvPr/>
        </p:nvSpPr>
        <p:spPr>
          <a:xfrm rot="20780835">
            <a:off x="4123041" y="9832222"/>
            <a:ext cx="277216" cy="9697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9" name="Star: 5 Points 318">
            <a:extLst>
              <a:ext uri="{FF2B5EF4-FFF2-40B4-BE49-F238E27FC236}">
                <a16:creationId xmlns:a16="http://schemas.microsoft.com/office/drawing/2014/main" id="{586C9E01-203A-8C3D-BD43-B97E994C4DA3}"/>
              </a:ext>
            </a:extLst>
          </p:cNvPr>
          <p:cNvSpPr/>
          <p:nvPr/>
        </p:nvSpPr>
        <p:spPr>
          <a:xfrm rot="20780835">
            <a:off x="2310967" y="83050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0" name="Star: 5 Points 319">
            <a:extLst>
              <a:ext uri="{FF2B5EF4-FFF2-40B4-BE49-F238E27FC236}">
                <a16:creationId xmlns:a16="http://schemas.microsoft.com/office/drawing/2014/main" id="{818C8DC5-44A5-E2E4-5E38-025A7F7E598A}"/>
              </a:ext>
            </a:extLst>
          </p:cNvPr>
          <p:cNvSpPr/>
          <p:nvPr/>
        </p:nvSpPr>
        <p:spPr>
          <a:xfrm rot="20780835">
            <a:off x="3478224" y="9813827"/>
            <a:ext cx="299628" cy="168666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1" name="Star: 5 Points 320">
            <a:extLst>
              <a:ext uri="{FF2B5EF4-FFF2-40B4-BE49-F238E27FC236}">
                <a16:creationId xmlns:a16="http://schemas.microsoft.com/office/drawing/2014/main" id="{C5CAE6F7-EDA0-B7EF-6C54-C2DA01FF3583}"/>
              </a:ext>
            </a:extLst>
          </p:cNvPr>
          <p:cNvSpPr/>
          <p:nvPr/>
        </p:nvSpPr>
        <p:spPr>
          <a:xfrm rot="20780835">
            <a:off x="891519" y="10156754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2" name="Star: 5 Points 321">
            <a:extLst>
              <a:ext uri="{FF2B5EF4-FFF2-40B4-BE49-F238E27FC236}">
                <a16:creationId xmlns:a16="http://schemas.microsoft.com/office/drawing/2014/main" id="{8A76D070-29B3-91BE-DAE9-88CE6CD7A728}"/>
              </a:ext>
            </a:extLst>
          </p:cNvPr>
          <p:cNvSpPr/>
          <p:nvPr/>
        </p:nvSpPr>
        <p:spPr>
          <a:xfrm rot="20780835">
            <a:off x="347355" y="9947419"/>
            <a:ext cx="270656" cy="947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3" name="Star: 5 Points 322">
            <a:extLst>
              <a:ext uri="{FF2B5EF4-FFF2-40B4-BE49-F238E27FC236}">
                <a16:creationId xmlns:a16="http://schemas.microsoft.com/office/drawing/2014/main" id="{683A4B9F-A1F0-30AF-D9CC-E1793AF1C362}"/>
              </a:ext>
            </a:extLst>
          </p:cNvPr>
          <p:cNvSpPr/>
          <p:nvPr/>
        </p:nvSpPr>
        <p:spPr>
          <a:xfrm rot="20780835">
            <a:off x="18157798" y="467444"/>
            <a:ext cx="127663" cy="28631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4" name="Star: 5 Points 323">
            <a:extLst>
              <a:ext uri="{FF2B5EF4-FFF2-40B4-BE49-F238E27FC236}">
                <a16:creationId xmlns:a16="http://schemas.microsoft.com/office/drawing/2014/main" id="{E78A6D1C-2DBA-E0A5-7E7C-69E2BCEDC660}"/>
              </a:ext>
            </a:extLst>
          </p:cNvPr>
          <p:cNvSpPr/>
          <p:nvPr/>
        </p:nvSpPr>
        <p:spPr>
          <a:xfrm rot="20780835">
            <a:off x="8183475" y="191997"/>
            <a:ext cx="284135" cy="111431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5" name="Freeform: Shape 324">
            <a:extLst>
              <a:ext uri="{FF2B5EF4-FFF2-40B4-BE49-F238E27FC236}">
                <a16:creationId xmlns:a16="http://schemas.microsoft.com/office/drawing/2014/main" id="{8B4CEA0D-7558-76E4-04F8-3DD4333C1550}"/>
              </a:ext>
            </a:extLst>
          </p:cNvPr>
          <p:cNvSpPr/>
          <p:nvPr/>
        </p:nvSpPr>
        <p:spPr>
          <a:xfrm>
            <a:off x="14973300" y="587829"/>
            <a:ext cx="702129" cy="914400"/>
          </a:xfrm>
          <a:custGeom>
            <a:avLst/>
            <a:gdLst>
              <a:gd name="csX0" fmla="*/ 326571 w 702129"/>
              <a:gd name="csY0" fmla="*/ 0 h 914400"/>
              <a:gd name="csX1" fmla="*/ 473529 w 702129"/>
              <a:gd name="csY1" fmla="*/ 81642 h 914400"/>
              <a:gd name="csX2" fmla="*/ 522514 w 702129"/>
              <a:gd name="csY2" fmla="*/ 97971 h 914400"/>
              <a:gd name="csX3" fmla="*/ 702129 w 702129"/>
              <a:gd name="csY3" fmla="*/ 114300 h 914400"/>
              <a:gd name="csX4" fmla="*/ 620486 w 702129"/>
              <a:gd name="csY4" fmla="*/ 244928 h 914400"/>
              <a:gd name="csX5" fmla="*/ 571500 w 702129"/>
              <a:gd name="csY5" fmla="*/ 342900 h 914400"/>
              <a:gd name="csX6" fmla="*/ 424543 w 702129"/>
              <a:gd name="csY6" fmla="*/ 473528 h 914400"/>
              <a:gd name="csX7" fmla="*/ 228600 w 702129"/>
              <a:gd name="csY7" fmla="*/ 734785 h 914400"/>
              <a:gd name="csX8" fmla="*/ 97971 w 702129"/>
              <a:gd name="csY8" fmla="*/ 849085 h 914400"/>
              <a:gd name="csX9" fmla="*/ 0 w 702129"/>
              <a:gd name="csY9" fmla="*/ 914400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2129" h="914400">
                <a:moveTo>
                  <a:pt x="326571" y="0"/>
                </a:moveTo>
                <a:cubicBezTo>
                  <a:pt x="378186" y="30968"/>
                  <a:pt x="418867" y="58215"/>
                  <a:pt x="473529" y="81642"/>
                </a:cubicBezTo>
                <a:cubicBezTo>
                  <a:pt x="489349" y="88422"/>
                  <a:pt x="505475" y="95537"/>
                  <a:pt x="522514" y="97971"/>
                </a:cubicBezTo>
                <a:cubicBezTo>
                  <a:pt x="582028" y="106473"/>
                  <a:pt x="642257" y="108857"/>
                  <a:pt x="702129" y="114300"/>
                </a:cubicBezTo>
                <a:cubicBezTo>
                  <a:pt x="674915" y="157843"/>
                  <a:pt x="645962" y="200346"/>
                  <a:pt x="620486" y="244928"/>
                </a:cubicBezTo>
                <a:cubicBezTo>
                  <a:pt x="602371" y="276629"/>
                  <a:pt x="595262" y="315178"/>
                  <a:pt x="571500" y="342900"/>
                </a:cubicBezTo>
                <a:cubicBezTo>
                  <a:pt x="528847" y="392662"/>
                  <a:pt x="467702" y="424204"/>
                  <a:pt x="424543" y="473528"/>
                </a:cubicBezTo>
                <a:cubicBezTo>
                  <a:pt x="352860" y="555451"/>
                  <a:pt x="300030" y="652641"/>
                  <a:pt x="228600" y="734785"/>
                </a:cubicBezTo>
                <a:cubicBezTo>
                  <a:pt x="190634" y="778445"/>
                  <a:pt x="142419" y="812045"/>
                  <a:pt x="97971" y="849085"/>
                </a:cubicBezTo>
                <a:cubicBezTo>
                  <a:pt x="41682" y="895992"/>
                  <a:pt x="48607" y="890096"/>
                  <a:pt x="0" y="9144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7" name="Flowchart: Sequential Access Storage 326">
            <a:extLst>
              <a:ext uri="{FF2B5EF4-FFF2-40B4-BE49-F238E27FC236}">
                <a16:creationId xmlns:a16="http://schemas.microsoft.com/office/drawing/2014/main" id="{F1816053-99F3-CEC0-378A-F6A7EB838A80}"/>
              </a:ext>
            </a:extLst>
          </p:cNvPr>
          <p:cNvSpPr/>
          <p:nvPr/>
        </p:nvSpPr>
        <p:spPr>
          <a:xfrm flipH="1">
            <a:off x="13171467" y="11492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8" name="Flowchart: Sequential Access Storage 327">
            <a:extLst>
              <a:ext uri="{FF2B5EF4-FFF2-40B4-BE49-F238E27FC236}">
                <a16:creationId xmlns:a16="http://schemas.microsoft.com/office/drawing/2014/main" id="{C617E8D1-1A70-7DC4-9A38-BB7EE49E4C1E}"/>
              </a:ext>
            </a:extLst>
          </p:cNvPr>
          <p:cNvSpPr/>
          <p:nvPr/>
        </p:nvSpPr>
        <p:spPr>
          <a:xfrm flipH="1">
            <a:off x="15845330" y="9062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29" name="Flowchart: Sequential Access Storage 328">
            <a:extLst>
              <a:ext uri="{FF2B5EF4-FFF2-40B4-BE49-F238E27FC236}">
                <a16:creationId xmlns:a16="http://schemas.microsoft.com/office/drawing/2014/main" id="{28C0CB26-D973-53AB-A67E-E37B7850315A}"/>
              </a:ext>
            </a:extLst>
          </p:cNvPr>
          <p:cNvSpPr/>
          <p:nvPr/>
        </p:nvSpPr>
        <p:spPr>
          <a:xfrm flipH="1">
            <a:off x="3941025" y="33758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0" name="Flowchart: Sequential Access Storage 329">
            <a:extLst>
              <a:ext uri="{FF2B5EF4-FFF2-40B4-BE49-F238E27FC236}">
                <a16:creationId xmlns:a16="http://schemas.microsoft.com/office/drawing/2014/main" id="{880BE74C-D2B1-91AA-D99B-2A32A80CCB5C}"/>
              </a:ext>
            </a:extLst>
          </p:cNvPr>
          <p:cNvSpPr/>
          <p:nvPr/>
        </p:nvSpPr>
        <p:spPr>
          <a:xfrm flipH="1">
            <a:off x="17878359" y="147342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1" name="Flowchart: Sequential Access Storage 330">
            <a:extLst>
              <a:ext uri="{FF2B5EF4-FFF2-40B4-BE49-F238E27FC236}">
                <a16:creationId xmlns:a16="http://schemas.microsoft.com/office/drawing/2014/main" id="{C36AD4A3-A47D-F549-96DB-944C9F5E62AB}"/>
              </a:ext>
            </a:extLst>
          </p:cNvPr>
          <p:cNvSpPr/>
          <p:nvPr/>
        </p:nvSpPr>
        <p:spPr>
          <a:xfrm flipH="1">
            <a:off x="17137136" y="8710536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2" name="Flowchart: Sequential Access Storage 331">
            <a:extLst>
              <a:ext uri="{FF2B5EF4-FFF2-40B4-BE49-F238E27FC236}">
                <a16:creationId xmlns:a16="http://schemas.microsoft.com/office/drawing/2014/main" id="{073F526F-F650-DFEB-E3D7-56CC6000B1AA}"/>
              </a:ext>
            </a:extLst>
          </p:cNvPr>
          <p:cNvSpPr/>
          <p:nvPr/>
        </p:nvSpPr>
        <p:spPr>
          <a:xfrm flipH="1">
            <a:off x="2202212" y="88365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3" name="Flowchart: Sequential Access Storage 332">
            <a:extLst>
              <a:ext uri="{FF2B5EF4-FFF2-40B4-BE49-F238E27FC236}">
                <a16:creationId xmlns:a16="http://schemas.microsoft.com/office/drawing/2014/main" id="{1B1170A0-B5EA-2DCE-15D9-2923A10A9299}"/>
              </a:ext>
            </a:extLst>
          </p:cNvPr>
          <p:cNvSpPr/>
          <p:nvPr/>
        </p:nvSpPr>
        <p:spPr>
          <a:xfrm flipH="1">
            <a:off x="252730" y="2067111"/>
            <a:ext cx="89534" cy="133003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>
              <a:solidFill>
                <a:srgbClr val="172C51"/>
              </a:solidFill>
            </a:endParaRPr>
          </a:p>
        </p:txBody>
      </p:sp>
      <p:sp>
        <p:nvSpPr>
          <p:cNvPr id="334" name="Star: 5 Points 333">
            <a:extLst>
              <a:ext uri="{FF2B5EF4-FFF2-40B4-BE49-F238E27FC236}">
                <a16:creationId xmlns:a16="http://schemas.microsoft.com/office/drawing/2014/main" id="{B82569B1-7FD0-24CC-10CB-54415870294C}"/>
              </a:ext>
            </a:extLst>
          </p:cNvPr>
          <p:cNvSpPr/>
          <p:nvPr/>
        </p:nvSpPr>
        <p:spPr>
          <a:xfrm rot="20780835">
            <a:off x="8981218" y="974916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5" name="Star: 5 Points 334">
            <a:extLst>
              <a:ext uri="{FF2B5EF4-FFF2-40B4-BE49-F238E27FC236}">
                <a16:creationId xmlns:a16="http://schemas.microsoft.com/office/drawing/2014/main" id="{CFE49C4D-4566-C573-082A-92E6654E3784}"/>
              </a:ext>
            </a:extLst>
          </p:cNvPr>
          <p:cNvSpPr/>
          <p:nvPr/>
        </p:nvSpPr>
        <p:spPr>
          <a:xfrm rot="20780835">
            <a:off x="5133519" y="989384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6" name="Star: 5 Points 335">
            <a:extLst>
              <a:ext uri="{FF2B5EF4-FFF2-40B4-BE49-F238E27FC236}">
                <a16:creationId xmlns:a16="http://schemas.microsoft.com/office/drawing/2014/main" id="{AA0D9068-619A-9459-F464-5A1CE55617DA}"/>
              </a:ext>
            </a:extLst>
          </p:cNvPr>
          <p:cNvSpPr/>
          <p:nvPr/>
        </p:nvSpPr>
        <p:spPr>
          <a:xfrm rot="20780835">
            <a:off x="5426573" y="94226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7" name="Star: 5 Points 336">
            <a:extLst>
              <a:ext uri="{FF2B5EF4-FFF2-40B4-BE49-F238E27FC236}">
                <a16:creationId xmlns:a16="http://schemas.microsoft.com/office/drawing/2014/main" id="{C251AFD7-ACDC-A927-AB07-01B425836651}"/>
              </a:ext>
            </a:extLst>
          </p:cNvPr>
          <p:cNvSpPr/>
          <p:nvPr/>
        </p:nvSpPr>
        <p:spPr>
          <a:xfrm rot="20780835">
            <a:off x="6887839" y="97099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8" name="Star: 5 Points 337">
            <a:extLst>
              <a:ext uri="{FF2B5EF4-FFF2-40B4-BE49-F238E27FC236}">
                <a16:creationId xmlns:a16="http://schemas.microsoft.com/office/drawing/2014/main" id="{7EA69AA3-573D-1ED0-E110-1FEA9E9C6A60}"/>
              </a:ext>
            </a:extLst>
          </p:cNvPr>
          <p:cNvSpPr/>
          <p:nvPr/>
        </p:nvSpPr>
        <p:spPr>
          <a:xfrm rot="20780835">
            <a:off x="10154415" y="981980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9" name="Star: 5 Points 338">
            <a:extLst>
              <a:ext uri="{FF2B5EF4-FFF2-40B4-BE49-F238E27FC236}">
                <a16:creationId xmlns:a16="http://schemas.microsoft.com/office/drawing/2014/main" id="{28FAD2C1-27A2-30C6-6D4A-D4B04451B83D}"/>
              </a:ext>
            </a:extLst>
          </p:cNvPr>
          <p:cNvSpPr/>
          <p:nvPr/>
        </p:nvSpPr>
        <p:spPr>
          <a:xfrm rot="20780835" flipH="1">
            <a:off x="10415842" y="9331647"/>
            <a:ext cx="106052" cy="317344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0" name="Star: 5 Points 339">
            <a:extLst>
              <a:ext uri="{FF2B5EF4-FFF2-40B4-BE49-F238E27FC236}">
                <a16:creationId xmlns:a16="http://schemas.microsoft.com/office/drawing/2014/main" id="{B804CE26-EE37-6BF9-2DB9-99431981EADB}"/>
              </a:ext>
            </a:extLst>
          </p:cNvPr>
          <p:cNvSpPr/>
          <p:nvPr/>
        </p:nvSpPr>
        <p:spPr>
          <a:xfrm rot="20780835">
            <a:off x="6306716" y="996448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1" name="Star: 5 Points 340">
            <a:extLst>
              <a:ext uri="{FF2B5EF4-FFF2-40B4-BE49-F238E27FC236}">
                <a16:creationId xmlns:a16="http://schemas.microsoft.com/office/drawing/2014/main" id="{CA0B1099-108E-0032-C9E9-97045C01FDB7}"/>
              </a:ext>
            </a:extLst>
          </p:cNvPr>
          <p:cNvSpPr/>
          <p:nvPr/>
        </p:nvSpPr>
        <p:spPr>
          <a:xfrm rot="20780835" flipV="1">
            <a:off x="6582401" y="9462777"/>
            <a:ext cx="265146" cy="5540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2" name="Star: 5 Points 341">
            <a:extLst>
              <a:ext uri="{FF2B5EF4-FFF2-40B4-BE49-F238E27FC236}">
                <a16:creationId xmlns:a16="http://schemas.microsoft.com/office/drawing/2014/main" id="{3D971750-25E4-9076-FA2A-ACC3CCEBB05A}"/>
              </a:ext>
            </a:extLst>
          </p:cNvPr>
          <p:cNvSpPr/>
          <p:nvPr/>
        </p:nvSpPr>
        <p:spPr>
          <a:xfrm rot="20780835">
            <a:off x="9391416" y="9603462"/>
            <a:ext cx="244029" cy="11978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3" name="Star: 5 Points 342">
            <a:extLst>
              <a:ext uri="{FF2B5EF4-FFF2-40B4-BE49-F238E27FC236}">
                <a16:creationId xmlns:a16="http://schemas.microsoft.com/office/drawing/2014/main" id="{21C82B2C-BFC0-2325-50E8-1ADF48EC2D97}"/>
              </a:ext>
            </a:extLst>
          </p:cNvPr>
          <p:cNvSpPr/>
          <p:nvPr/>
        </p:nvSpPr>
        <p:spPr>
          <a:xfrm rot="20780835">
            <a:off x="11579412" y="1003106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4" name="Star: 5 Points 343">
            <a:extLst>
              <a:ext uri="{FF2B5EF4-FFF2-40B4-BE49-F238E27FC236}">
                <a16:creationId xmlns:a16="http://schemas.microsoft.com/office/drawing/2014/main" id="{8DF3B7C4-B977-ADED-35A6-8A0BF79D2B72}"/>
              </a:ext>
            </a:extLst>
          </p:cNvPr>
          <p:cNvSpPr/>
          <p:nvPr/>
        </p:nvSpPr>
        <p:spPr>
          <a:xfrm rot="20780835">
            <a:off x="11872466" y="9559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5" name="Star: 5 Points 344">
            <a:extLst>
              <a:ext uri="{FF2B5EF4-FFF2-40B4-BE49-F238E27FC236}">
                <a16:creationId xmlns:a16="http://schemas.microsoft.com/office/drawing/2014/main" id="{846853A8-BAFE-8C81-463E-F13D330B95FC}"/>
              </a:ext>
            </a:extLst>
          </p:cNvPr>
          <p:cNvSpPr/>
          <p:nvPr/>
        </p:nvSpPr>
        <p:spPr>
          <a:xfrm rot="20780835">
            <a:off x="11291343" y="984917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6" name="Star: 5 Points 345">
            <a:extLst>
              <a:ext uri="{FF2B5EF4-FFF2-40B4-BE49-F238E27FC236}">
                <a16:creationId xmlns:a16="http://schemas.microsoft.com/office/drawing/2014/main" id="{F3CE0E06-EF69-16CB-3A13-8153E2AF3BC4}"/>
              </a:ext>
            </a:extLst>
          </p:cNvPr>
          <p:cNvSpPr/>
          <p:nvPr/>
        </p:nvSpPr>
        <p:spPr>
          <a:xfrm rot="20780835">
            <a:off x="11287730" y="95440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7" name="Star: 5 Points 346">
            <a:extLst>
              <a:ext uri="{FF2B5EF4-FFF2-40B4-BE49-F238E27FC236}">
                <a16:creationId xmlns:a16="http://schemas.microsoft.com/office/drawing/2014/main" id="{FE83791D-1F12-B386-55BE-1E8384670BF2}"/>
              </a:ext>
            </a:extLst>
          </p:cNvPr>
          <p:cNvSpPr/>
          <p:nvPr/>
        </p:nvSpPr>
        <p:spPr>
          <a:xfrm rot="20780835">
            <a:off x="12424658" y="9538518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8" name="Star: 5 Points 347">
            <a:extLst>
              <a:ext uri="{FF2B5EF4-FFF2-40B4-BE49-F238E27FC236}">
                <a16:creationId xmlns:a16="http://schemas.microsoft.com/office/drawing/2014/main" id="{274915CD-48C8-054D-A2AB-98BC94A02EC9}"/>
              </a:ext>
            </a:extLst>
          </p:cNvPr>
          <p:cNvSpPr/>
          <p:nvPr/>
        </p:nvSpPr>
        <p:spPr>
          <a:xfrm rot="20780835">
            <a:off x="7880959" y="9911157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9" name="Star: 5 Points 348">
            <a:extLst>
              <a:ext uri="{FF2B5EF4-FFF2-40B4-BE49-F238E27FC236}">
                <a16:creationId xmlns:a16="http://schemas.microsoft.com/office/drawing/2014/main" id="{DBECF67E-24B5-2750-151C-6E3C48F08FB7}"/>
              </a:ext>
            </a:extLst>
          </p:cNvPr>
          <p:cNvSpPr/>
          <p:nvPr/>
        </p:nvSpPr>
        <p:spPr>
          <a:xfrm rot="20780835">
            <a:off x="4185066" y="95250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0" name="Star: 5 Points 349">
            <a:extLst>
              <a:ext uri="{FF2B5EF4-FFF2-40B4-BE49-F238E27FC236}">
                <a16:creationId xmlns:a16="http://schemas.microsoft.com/office/drawing/2014/main" id="{0F6A0E90-A599-138A-54BD-6CD0F5E23BF5}"/>
              </a:ext>
            </a:extLst>
          </p:cNvPr>
          <p:cNvSpPr/>
          <p:nvPr/>
        </p:nvSpPr>
        <p:spPr>
          <a:xfrm rot="20780835">
            <a:off x="337367" y="96696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1" name="Star: 5 Points 350">
            <a:extLst>
              <a:ext uri="{FF2B5EF4-FFF2-40B4-BE49-F238E27FC236}">
                <a16:creationId xmlns:a16="http://schemas.microsoft.com/office/drawing/2014/main" id="{59197A4B-2C98-7ABA-0FA0-818DDB7D06CE}"/>
              </a:ext>
            </a:extLst>
          </p:cNvPr>
          <p:cNvSpPr/>
          <p:nvPr/>
        </p:nvSpPr>
        <p:spPr>
          <a:xfrm rot="20780835">
            <a:off x="630421" y="919843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2" name="Star: 5 Points 351">
            <a:extLst>
              <a:ext uri="{FF2B5EF4-FFF2-40B4-BE49-F238E27FC236}">
                <a16:creationId xmlns:a16="http://schemas.microsoft.com/office/drawing/2014/main" id="{011B486D-2DF7-91B5-CF6F-00AD4030ADFD}"/>
              </a:ext>
            </a:extLst>
          </p:cNvPr>
          <p:cNvSpPr/>
          <p:nvPr/>
        </p:nvSpPr>
        <p:spPr>
          <a:xfrm rot="20780835">
            <a:off x="2091687" y="94858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3" name="Star: 5 Points 352">
            <a:extLst>
              <a:ext uri="{FF2B5EF4-FFF2-40B4-BE49-F238E27FC236}">
                <a16:creationId xmlns:a16="http://schemas.microsoft.com/office/drawing/2014/main" id="{F18EBF02-C9C6-ED18-252E-3B2093809F70}"/>
              </a:ext>
            </a:extLst>
          </p:cNvPr>
          <p:cNvSpPr/>
          <p:nvPr/>
        </p:nvSpPr>
        <p:spPr>
          <a:xfrm rot="20780835">
            <a:off x="5358263" y="959564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4" name="Star: 5 Points 353">
            <a:extLst>
              <a:ext uri="{FF2B5EF4-FFF2-40B4-BE49-F238E27FC236}">
                <a16:creationId xmlns:a16="http://schemas.microsoft.com/office/drawing/2014/main" id="{FE7B91D3-E3D9-F348-EBFC-43C75C1DA78A}"/>
              </a:ext>
            </a:extLst>
          </p:cNvPr>
          <p:cNvSpPr/>
          <p:nvPr/>
        </p:nvSpPr>
        <p:spPr>
          <a:xfrm rot="20780835">
            <a:off x="5651317" y="91592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5" name="Star: 5 Points 354">
            <a:extLst>
              <a:ext uri="{FF2B5EF4-FFF2-40B4-BE49-F238E27FC236}">
                <a16:creationId xmlns:a16="http://schemas.microsoft.com/office/drawing/2014/main" id="{C0D92C5C-CA8A-C341-2B05-2D6FB30B43BF}"/>
              </a:ext>
            </a:extLst>
          </p:cNvPr>
          <p:cNvSpPr/>
          <p:nvPr/>
        </p:nvSpPr>
        <p:spPr>
          <a:xfrm rot="20780835">
            <a:off x="1510564" y="974032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6" name="Star: 5 Points 355">
            <a:extLst>
              <a:ext uri="{FF2B5EF4-FFF2-40B4-BE49-F238E27FC236}">
                <a16:creationId xmlns:a16="http://schemas.microsoft.com/office/drawing/2014/main" id="{7D9A04B9-ED07-7728-BD96-47874E9930B0}"/>
              </a:ext>
            </a:extLst>
          </p:cNvPr>
          <p:cNvSpPr/>
          <p:nvPr/>
        </p:nvSpPr>
        <p:spPr>
          <a:xfrm rot="20780835">
            <a:off x="1803618" y="930394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7" name="Star: 5 Points 356">
            <a:extLst>
              <a:ext uri="{FF2B5EF4-FFF2-40B4-BE49-F238E27FC236}">
                <a16:creationId xmlns:a16="http://schemas.microsoft.com/office/drawing/2014/main" id="{09A59FC0-15B7-2826-1427-A3BAE886B834}"/>
              </a:ext>
            </a:extLst>
          </p:cNvPr>
          <p:cNvSpPr/>
          <p:nvPr/>
        </p:nvSpPr>
        <p:spPr>
          <a:xfrm rot="20780835">
            <a:off x="3923263" y="9300017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8" name="Star: 5 Points 357">
            <a:extLst>
              <a:ext uri="{FF2B5EF4-FFF2-40B4-BE49-F238E27FC236}">
                <a16:creationId xmlns:a16="http://schemas.microsoft.com/office/drawing/2014/main" id="{519F6A3F-0121-67C1-C982-0260FE56EB5F}"/>
              </a:ext>
            </a:extLst>
          </p:cNvPr>
          <p:cNvSpPr/>
          <p:nvPr/>
        </p:nvSpPr>
        <p:spPr>
          <a:xfrm rot="20780835">
            <a:off x="6783260" y="980690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9" name="Star: 5 Points 358">
            <a:extLst>
              <a:ext uri="{FF2B5EF4-FFF2-40B4-BE49-F238E27FC236}">
                <a16:creationId xmlns:a16="http://schemas.microsoft.com/office/drawing/2014/main" id="{9C1E8427-7523-CFBF-A4B6-7139F972A69A}"/>
              </a:ext>
            </a:extLst>
          </p:cNvPr>
          <p:cNvSpPr/>
          <p:nvPr/>
        </p:nvSpPr>
        <p:spPr>
          <a:xfrm rot="20780835">
            <a:off x="7076314" y="93356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0" name="Star: 5 Points 359">
            <a:extLst>
              <a:ext uri="{FF2B5EF4-FFF2-40B4-BE49-F238E27FC236}">
                <a16:creationId xmlns:a16="http://schemas.microsoft.com/office/drawing/2014/main" id="{AD06166E-B59D-3C78-8594-02C3C456D612}"/>
              </a:ext>
            </a:extLst>
          </p:cNvPr>
          <p:cNvSpPr/>
          <p:nvPr/>
        </p:nvSpPr>
        <p:spPr>
          <a:xfrm rot="20780835">
            <a:off x="6495191" y="96250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1" name="Star: 5 Points 360">
            <a:extLst>
              <a:ext uri="{FF2B5EF4-FFF2-40B4-BE49-F238E27FC236}">
                <a16:creationId xmlns:a16="http://schemas.microsoft.com/office/drawing/2014/main" id="{DDB1FBD3-74B3-30D2-72F0-0257CCC82F91}"/>
              </a:ext>
            </a:extLst>
          </p:cNvPr>
          <p:cNvSpPr/>
          <p:nvPr/>
        </p:nvSpPr>
        <p:spPr>
          <a:xfrm rot="20780835">
            <a:off x="6491578" y="93198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2" name="Star: 5 Points 361">
            <a:extLst>
              <a:ext uri="{FF2B5EF4-FFF2-40B4-BE49-F238E27FC236}">
                <a16:creationId xmlns:a16="http://schemas.microsoft.com/office/drawing/2014/main" id="{57230EF4-1C96-DF42-1C20-1FE0654163ED}"/>
              </a:ext>
            </a:extLst>
          </p:cNvPr>
          <p:cNvSpPr/>
          <p:nvPr/>
        </p:nvSpPr>
        <p:spPr>
          <a:xfrm rot="20780835">
            <a:off x="7628506" y="9314352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3" name="Star: 5 Points 362">
            <a:extLst>
              <a:ext uri="{FF2B5EF4-FFF2-40B4-BE49-F238E27FC236}">
                <a16:creationId xmlns:a16="http://schemas.microsoft.com/office/drawing/2014/main" id="{D1E7357B-AABF-4489-ECAC-80E4C75CBEEB}"/>
              </a:ext>
            </a:extLst>
          </p:cNvPr>
          <p:cNvSpPr/>
          <p:nvPr/>
        </p:nvSpPr>
        <p:spPr>
          <a:xfrm rot="20780835">
            <a:off x="3084807" y="9686991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4" name="Star: 5 Points 363">
            <a:extLst>
              <a:ext uri="{FF2B5EF4-FFF2-40B4-BE49-F238E27FC236}">
                <a16:creationId xmlns:a16="http://schemas.microsoft.com/office/drawing/2014/main" id="{706D249B-50B3-BE77-94C2-7465E6BA1130}"/>
              </a:ext>
            </a:extLst>
          </p:cNvPr>
          <p:cNvSpPr/>
          <p:nvPr/>
        </p:nvSpPr>
        <p:spPr>
          <a:xfrm rot="20780835">
            <a:off x="14411724" y="96374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5" name="Star: 5 Points 364">
            <a:extLst>
              <a:ext uri="{FF2B5EF4-FFF2-40B4-BE49-F238E27FC236}">
                <a16:creationId xmlns:a16="http://schemas.microsoft.com/office/drawing/2014/main" id="{314393E1-0F30-006F-12D0-6152B1AECA0D}"/>
              </a:ext>
            </a:extLst>
          </p:cNvPr>
          <p:cNvSpPr/>
          <p:nvPr/>
        </p:nvSpPr>
        <p:spPr>
          <a:xfrm rot="20780835">
            <a:off x="10564025" y="978213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6" name="Star: 5 Points 365">
            <a:extLst>
              <a:ext uri="{FF2B5EF4-FFF2-40B4-BE49-F238E27FC236}">
                <a16:creationId xmlns:a16="http://schemas.microsoft.com/office/drawing/2014/main" id="{DA5F5714-7CDC-A983-4F3E-9A553654FA53}"/>
              </a:ext>
            </a:extLst>
          </p:cNvPr>
          <p:cNvSpPr/>
          <p:nvPr/>
        </p:nvSpPr>
        <p:spPr>
          <a:xfrm rot="20780835">
            <a:off x="10857079" y="93108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7" name="Star: 5 Points 366">
            <a:extLst>
              <a:ext uri="{FF2B5EF4-FFF2-40B4-BE49-F238E27FC236}">
                <a16:creationId xmlns:a16="http://schemas.microsoft.com/office/drawing/2014/main" id="{D9D1F0D5-E5F9-52B1-3376-47F8B66278FE}"/>
              </a:ext>
            </a:extLst>
          </p:cNvPr>
          <p:cNvSpPr/>
          <p:nvPr/>
        </p:nvSpPr>
        <p:spPr>
          <a:xfrm rot="20780835">
            <a:off x="12318345" y="95982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8" name="Star: 5 Points 367">
            <a:extLst>
              <a:ext uri="{FF2B5EF4-FFF2-40B4-BE49-F238E27FC236}">
                <a16:creationId xmlns:a16="http://schemas.microsoft.com/office/drawing/2014/main" id="{5288C985-BD0E-AAA8-EB6C-DA3DEB703CFE}"/>
              </a:ext>
            </a:extLst>
          </p:cNvPr>
          <p:cNvSpPr/>
          <p:nvPr/>
        </p:nvSpPr>
        <p:spPr>
          <a:xfrm rot="20780835">
            <a:off x="15584921" y="970809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69" name="Star: 5 Points 368">
            <a:extLst>
              <a:ext uri="{FF2B5EF4-FFF2-40B4-BE49-F238E27FC236}">
                <a16:creationId xmlns:a16="http://schemas.microsoft.com/office/drawing/2014/main" id="{C68797CB-2D82-1713-CC31-1FBF573A5BD0}"/>
              </a:ext>
            </a:extLst>
          </p:cNvPr>
          <p:cNvSpPr/>
          <p:nvPr/>
        </p:nvSpPr>
        <p:spPr>
          <a:xfrm rot="20780835">
            <a:off x="15941948" y="825192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0" name="Star: 5 Points 369">
            <a:extLst>
              <a:ext uri="{FF2B5EF4-FFF2-40B4-BE49-F238E27FC236}">
                <a16:creationId xmlns:a16="http://schemas.microsoft.com/office/drawing/2014/main" id="{395EBC59-421C-314E-0BFC-26437630A0E0}"/>
              </a:ext>
            </a:extLst>
          </p:cNvPr>
          <p:cNvSpPr/>
          <p:nvPr/>
        </p:nvSpPr>
        <p:spPr>
          <a:xfrm rot="20780835">
            <a:off x="11737222" y="985277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1" name="Star: 5 Points 370">
            <a:extLst>
              <a:ext uri="{FF2B5EF4-FFF2-40B4-BE49-F238E27FC236}">
                <a16:creationId xmlns:a16="http://schemas.microsoft.com/office/drawing/2014/main" id="{3BE7B522-44B0-58DC-8B56-A5A98511AC90}"/>
              </a:ext>
            </a:extLst>
          </p:cNvPr>
          <p:cNvSpPr/>
          <p:nvPr/>
        </p:nvSpPr>
        <p:spPr>
          <a:xfrm rot="20780835">
            <a:off x="12030276" y="94163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2" name="Star: 5 Points 371">
            <a:extLst>
              <a:ext uri="{FF2B5EF4-FFF2-40B4-BE49-F238E27FC236}">
                <a16:creationId xmlns:a16="http://schemas.microsoft.com/office/drawing/2014/main" id="{B2768CC2-5941-AAE1-18B5-33D1D854A30A}"/>
              </a:ext>
            </a:extLst>
          </p:cNvPr>
          <p:cNvSpPr/>
          <p:nvPr/>
        </p:nvSpPr>
        <p:spPr>
          <a:xfrm rot="20780835">
            <a:off x="14770406" y="9934982"/>
            <a:ext cx="244029" cy="119789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3" name="Star: 5 Points 372">
            <a:extLst>
              <a:ext uri="{FF2B5EF4-FFF2-40B4-BE49-F238E27FC236}">
                <a16:creationId xmlns:a16="http://schemas.microsoft.com/office/drawing/2014/main" id="{331D0B2B-9D00-40CE-5523-032CE40822D2}"/>
              </a:ext>
            </a:extLst>
          </p:cNvPr>
          <p:cNvSpPr/>
          <p:nvPr/>
        </p:nvSpPr>
        <p:spPr>
          <a:xfrm rot="20780835">
            <a:off x="17009918" y="991935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4" name="Star: 5 Points 373">
            <a:extLst>
              <a:ext uri="{FF2B5EF4-FFF2-40B4-BE49-F238E27FC236}">
                <a16:creationId xmlns:a16="http://schemas.microsoft.com/office/drawing/2014/main" id="{31E9EDD4-1296-0C39-923B-583A65C39C99}"/>
              </a:ext>
            </a:extLst>
          </p:cNvPr>
          <p:cNvSpPr/>
          <p:nvPr/>
        </p:nvSpPr>
        <p:spPr>
          <a:xfrm rot="20780835">
            <a:off x="17302972" y="94481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5" name="Star: 5 Points 374">
            <a:extLst>
              <a:ext uri="{FF2B5EF4-FFF2-40B4-BE49-F238E27FC236}">
                <a16:creationId xmlns:a16="http://schemas.microsoft.com/office/drawing/2014/main" id="{48CE344B-7D13-78CA-B944-74F2D76D1A1D}"/>
              </a:ext>
            </a:extLst>
          </p:cNvPr>
          <p:cNvSpPr/>
          <p:nvPr/>
        </p:nvSpPr>
        <p:spPr>
          <a:xfrm rot="20780835">
            <a:off x="16721849" y="9737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6" name="Star: 5 Points 375">
            <a:extLst>
              <a:ext uri="{FF2B5EF4-FFF2-40B4-BE49-F238E27FC236}">
                <a16:creationId xmlns:a16="http://schemas.microsoft.com/office/drawing/2014/main" id="{256735E7-3DA8-B13A-CCE4-CD4A2324D70A}"/>
              </a:ext>
            </a:extLst>
          </p:cNvPr>
          <p:cNvSpPr/>
          <p:nvPr/>
        </p:nvSpPr>
        <p:spPr>
          <a:xfrm rot="20780835">
            <a:off x="16718236" y="9432300"/>
            <a:ext cx="164900" cy="7975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7" name="Star: 5 Points 376">
            <a:extLst>
              <a:ext uri="{FF2B5EF4-FFF2-40B4-BE49-F238E27FC236}">
                <a16:creationId xmlns:a16="http://schemas.microsoft.com/office/drawing/2014/main" id="{6B5DE9F0-756C-97D8-0912-728375352AB1}"/>
              </a:ext>
            </a:extLst>
          </p:cNvPr>
          <p:cNvSpPr/>
          <p:nvPr/>
        </p:nvSpPr>
        <p:spPr>
          <a:xfrm rot="20780835">
            <a:off x="17855164" y="9426803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8" name="Star: 5 Points 377">
            <a:extLst>
              <a:ext uri="{FF2B5EF4-FFF2-40B4-BE49-F238E27FC236}">
                <a16:creationId xmlns:a16="http://schemas.microsoft.com/office/drawing/2014/main" id="{F910983E-03E4-4AB1-8A9D-D9BCCE12C242}"/>
              </a:ext>
            </a:extLst>
          </p:cNvPr>
          <p:cNvSpPr/>
          <p:nvPr/>
        </p:nvSpPr>
        <p:spPr>
          <a:xfrm rot="20780835">
            <a:off x="13311465" y="9799442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9" name="Star: 5 Points 378">
            <a:extLst>
              <a:ext uri="{FF2B5EF4-FFF2-40B4-BE49-F238E27FC236}">
                <a16:creationId xmlns:a16="http://schemas.microsoft.com/office/drawing/2014/main" id="{026EE8DA-327C-620F-6648-DE347AB5DBE6}"/>
              </a:ext>
            </a:extLst>
          </p:cNvPr>
          <p:cNvSpPr/>
          <p:nvPr/>
        </p:nvSpPr>
        <p:spPr>
          <a:xfrm rot="20780835">
            <a:off x="8871815" y="9676583"/>
            <a:ext cx="244029" cy="119789"/>
          </a:xfrm>
          <a:prstGeom prst="star5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0" name="Star: 5 Points 379">
            <a:extLst>
              <a:ext uri="{FF2B5EF4-FFF2-40B4-BE49-F238E27FC236}">
                <a16:creationId xmlns:a16="http://schemas.microsoft.com/office/drawing/2014/main" id="{1A4C5CF6-7F41-9AD0-DCF8-5B20F1A772C0}"/>
              </a:ext>
            </a:extLst>
          </p:cNvPr>
          <p:cNvSpPr/>
          <p:nvPr/>
        </p:nvSpPr>
        <p:spPr>
          <a:xfrm rot="20780835" flipH="1">
            <a:off x="2502675" y="6504461"/>
            <a:ext cx="159722" cy="285214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1" name="Star: 5 Points 380">
            <a:extLst>
              <a:ext uri="{FF2B5EF4-FFF2-40B4-BE49-F238E27FC236}">
                <a16:creationId xmlns:a16="http://schemas.microsoft.com/office/drawing/2014/main" id="{69047D19-AFF2-7AC0-7184-C111433B5C9B}"/>
              </a:ext>
            </a:extLst>
          </p:cNvPr>
          <p:cNvSpPr/>
          <p:nvPr/>
        </p:nvSpPr>
        <p:spPr>
          <a:xfrm rot="20780835">
            <a:off x="642200" y="56251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2" name="Star: 5 Points 381">
            <a:extLst>
              <a:ext uri="{FF2B5EF4-FFF2-40B4-BE49-F238E27FC236}">
                <a16:creationId xmlns:a16="http://schemas.microsoft.com/office/drawing/2014/main" id="{64E77189-271D-85F7-188A-148E93205BC9}"/>
              </a:ext>
            </a:extLst>
          </p:cNvPr>
          <p:cNvSpPr/>
          <p:nvPr/>
        </p:nvSpPr>
        <p:spPr>
          <a:xfrm rot="20780835">
            <a:off x="935254" y="518878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3" name="Star: 5 Points 382">
            <a:extLst>
              <a:ext uri="{FF2B5EF4-FFF2-40B4-BE49-F238E27FC236}">
                <a16:creationId xmlns:a16="http://schemas.microsoft.com/office/drawing/2014/main" id="{640CA4A8-60C8-A7DC-8C20-BC48535A901D}"/>
              </a:ext>
            </a:extLst>
          </p:cNvPr>
          <p:cNvSpPr/>
          <p:nvPr/>
        </p:nvSpPr>
        <p:spPr>
          <a:xfrm rot="20780835">
            <a:off x="1467055" y="517896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4" name="Star: 5 Points 383">
            <a:extLst>
              <a:ext uri="{FF2B5EF4-FFF2-40B4-BE49-F238E27FC236}">
                <a16:creationId xmlns:a16="http://schemas.microsoft.com/office/drawing/2014/main" id="{8EDF0A3B-683C-AFD8-8616-6361EC339B09}"/>
              </a:ext>
            </a:extLst>
          </p:cNvPr>
          <p:cNvSpPr/>
          <p:nvPr/>
        </p:nvSpPr>
        <p:spPr>
          <a:xfrm rot="20780835">
            <a:off x="1623187" y="5825951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5" name="Star: 5 Points 384">
            <a:extLst>
              <a:ext uri="{FF2B5EF4-FFF2-40B4-BE49-F238E27FC236}">
                <a16:creationId xmlns:a16="http://schemas.microsoft.com/office/drawing/2014/main" id="{53035ACC-5949-9716-6213-C55A37B2CB1B}"/>
              </a:ext>
            </a:extLst>
          </p:cNvPr>
          <p:cNvSpPr/>
          <p:nvPr/>
        </p:nvSpPr>
        <p:spPr>
          <a:xfrm rot="20780835">
            <a:off x="13191286" y="67080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6" name="Star: 5 Points 385">
            <a:extLst>
              <a:ext uri="{FF2B5EF4-FFF2-40B4-BE49-F238E27FC236}">
                <a16:creationId xmlns:a16="http://schemas.microsoft.com/office/drawing/2014/main" id="{A2B0B1F2-33F9-4002-DD54-D75FC4C4ECD0}"/>
              </a:ext>
            </a:extLst>
          </p:cNvPr>
          <p:cNvSpPr/>
          <p:nvPr/>
        </p:nvSpPr>
        <p:spPr>
          <a:xfrm rot="20780835">
            <a:off x="13484340" y="627163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7" name="Star: 5 Points 386">
            <a:extLst>
              <a:ext uri="{FF2B5EF4-FFF2-40B4-BE49-F238E27FC236}">
                <a16:creationId xmlns:a16="http://schemas.microsoft.com/office/drawing/2014/main" id="{9069A5F3-E1F8-0DDF-9362-F0033E398D9E}"/>
              </a:ext>
            </a:extLst>
          </p:cNvPr>
          <p:cNvSpPr/>
          <p:nvPr/>
        </p:nvSpPr>
        <p:spPr>
          <a:xfrm rot="20780835">
            <a:off x="14016141" y="626181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8" name="Star: 5 Points 387">
            <a:extLst>
              <a:ext uri="{FF2B5EF4-FFF2-40B4-BE49-F238E27FC236}">
                <a16:creationId xmlns:a16="http://schemas.microsoft.com/office/drawing/2014/main" id="{4583B778-4867-2650-6618-B6E7ECBA3253}"/>
              </a:ext>
            </a:extLst>
          </p:cNvPr>
          <p:cNvSpPr/>
          <p:nvPr/>
        </p:nvSpPr>
        <p:spPr>
          <a:xfrm rot="20780835">
            <a:off x="14172273" y="6908809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B917F669-2304-17F1-6B63-342A4FA05397}"/>
              </a:ext>
            </a:extLst>
          </p:cNvPr>
          <p:cNvSpPr/>
          <p:nvPr/>
        </p:nvSpPr>
        <p:spPr>
          <a:xfrm rot="5145869">
            <a:off x="4959765" y="591703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5BAE9724-936C-80B9-FDE0-45ABA18576D0}"/>
              </a:ext>
            </a:extLst>
          </p:cNvPr>
          <p:cNvSpPr/>
          <p:nvPr/>
        </p:nvSpPr>
        <p:spPr>
          <a:xfrm rot="5145869">
            <a:off x="9627335" y="57297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DC7BE5CF-582C-F048-0815-B0399875D74E}"/>
              </a:ext>
            </a:extLst>
          </p:cNvPr>
          <p:cNvSpPr/>
          <p:nvPr/>
        </p:nvSpPr>
        <p:spPr>
          <a:xfrm rot="5145869">
            <a:off x="5779636" y="587446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BE337738-D344-C187-5D94-7CB9B71FCCCE}"/>
              </a:ext>
            </a:extLst>
          </p:cNvPr>
          <p:cNvSpPr/>
          <p:nvPr/>
        </p:nvSpPr>
        <p:spPr>
          <a:xfrm rot="5145869">
            <a:off x="9394553" y="67506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1CDBCCE6-E733-3535-E284-2D39E7E5146B}"/>
              </a:ext>
            </a:extLst>
          </p:cNvPr>
          <p:cNvSpPr/>
          <p:nvPr/>
        </p:nvSpPr>
        <p:spPr>
          <a:xfrm rot="5145869">
            <a:off x="9687607" y="63142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ED07863D-0D39-CAD1-C2AB-9978E5213F05}"/>
              </a:ext>
            </a:extLst>
          </p:cNvPr>
          <p:cNvSpPr/>
          <p:nvPr/>
        </p:nvSpPr>
        <p:spPr>
          <a:xfrm rot="5145869">
            <a:off x="7533956" y="569061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3A41BE1A-7CA4-96C3-CF2F-64B29643D1B0}"/>
              </a:ext>
            </a:extLst>
          </p:cNvPr>
          <p:cNvSpPr/>
          <p:nvPr/>
        </p:nvSpPr>
        <p:spPr>
          <a:xfrm rot="5145869">
            <a:off x="8209597" y="70138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7" name="Star: 5 Points 66">
            <a:extLst>
              <a:ext uri="{FF2B5EF4-FFF2-40B4-BE49-F238E27FC236}">
                <a16:creationId xmlns:a16="http://schemas.microsoft.com/office/drawing/2014/main" id="{94BA8BE1-6159-4F5D-CD1C-75D6505EE52A}"/>
              </a:ext>
            </a:extLst>
          </p:cNvPr>
          <p:cNvSpPr/>
          <p:nvPr/>
        </p:nvSpPr>
        <p:spPr>
          <a:xfrm rot="5145869">
            <a:off x="10507478" y="62716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E733871A-CB2B-4A5C-FA71-A3909C8DE743}"/>
              </a:ext>
            </a:extLst>
          </p:cNvPr>
          <p:cNvSpPr/>
          <p:nvPr/>
        </p:nvSpPr>
        <p:spPr>
          <a:xfrm rot="5145869">
            <a:off x="10800532" y="580042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3" name="Star: 5 Points 262">
            <a:extLst>
              <a:ext uri="{FF2B5EF4-FFF2-40B4-BE49-F238E27FC236}">
                <a16:creationId xmlns:a16="http://schemas.microsoft.com/office/drawing/2014/main" id="{9CE9E80D-1754-5C4F-989D-58C72ACC2757}"/>
              </a:ext>
            </a:extLst>
          </p:cNvPr>
          <p:cNvSpPr/>
          <p:nvPr/>
        </p:nvSpPr>
        <p:spPr>
          <a:xfrm rot="5145869">
            <a:off x="6659779" y="641635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3" name="Star: 5 Points 272">
            <a:extLst>
              <a:ext uri="{FF2B5EF4-FFF2-40B4-BE49-F238E27FC236}">
                <a16:creationId xmlns:a16="http://schemas.microsoft.com/office/drawing/2014/main" id="{648A48B8-B72A-E222-0B11-A3C032EE4EA3}"/>
              </a:ext>
            </a:extLst>
          </p:cNvPr>
          <p:cNvSpPr/>
          <p:nvPr/>
        </p:nvSpPr>
        <p:spPr>
          <a:xfrm rot="5145869">
            <a:off x="6952833" y="5945105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4" name="Star: 5 Points 273">
            <a:extLst>
              <a:ext uri="{FF2B5EF4-FFF2-40B4-BE49-F238E27FC236}">
                <a16:creationId xmlns:a16="http://schemas.microsoft.com/office/drawing/2014/main" id="{2B6EAA35-EDF6-B450-5E9C-45FB0078C520}"/>
              </a:ext>
            </a:extLst>
          </p:cNvPr>
          <p:cNvSpPr/>
          <p:nvPr/>
        </p:nvSpPr>
        <p:spPr>
          <a:xfrm rot="5145869">
            <a:off x="12225529" y="601168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5" name="Star: 5 Points 274">
            <a:extLst>
              <a:ext uri="{FF2B5EF4-FFF2-40B4-BE49-F238E27FC236}">
                <a16:creationId xmlns:a16="http://schemas.microsoft.com/office/drawing/2014/main" id="{FF4F8718-3DDD-0514-6427-F73FD3F7B6B7}"/>
              </a:ext>
            </a:extLst>
          </p:cNvPr>
          <p:cNvSpPr/>
          <p:nvPr/>
        </p:nvSpPr>
        <p:spPr>
          <a:xfrm rot="5145869">
            <a:off x="11351352" y="673742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6" name="Star: 5 Points 275">
            <a:extLst>
              <a:ext uri="{FF2B5EF4-FFF2-40B4-BE49-F238E27FC236}">
                <a16:creationId xmlns:a16="http://schemas.microsoft.com/office/drawing/2014/main" id="{DB27949A-5B5D-A249-AFA4-2E5D448B4FE2}"/>
              </a:ext>
            </a:extLst>
          </p:cNvPr>
          <p:cNvSpPr/>
          <p:nvPr/>
        </p:nvSpPr>
        <p:spPr>
          <a:xfrm rot="5145869">
            <a:off x="11644406" y="626617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6" name="Star: 5 Points 325">
            <a:extLst>
              <a:ext uri="{FF2B5EF4-FFF2-40B4-BE49-F238E27FC236}">
                <a16:creationId xmlns:a16="http://schemas.microsoft.com/office/drawing/2014/main" id="{F31FE068-BF10-E118-E904-9F71030D7460}"/>
              </a:ext>
            </a:extLst>
          </p:cNvPr>
          <p:cNvSpPr/>
          <p:nvPr/>
        </p:nvSpPr>
        <p:spPr>
          <a:xfrm rot="5145869">
            <a:off x="11937460" y="58297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9" name="Star: 5 Points 388">
            <a:extLst>
              <a:ext uri="{FF2B5EF4-FFF2-40B4-BE49-F238E27FC236}">
                <a16:creationId xmlns:a16="http://schemas.microsoft.com/office/drawing/2014/main" id="{0EB070EA-0A0A-87CA-2060-5A408B2A4160}"/>
              </a:ext>
            </a:extLst>
          </p:cNvPr>
          <p:cNvSpPr/>
          <p:nvPr/>
        </p:nvSpPr>
        <p:spPr>
          <a:xfrm rot="5145869">
            <a:off x="9490413" y="6848023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0" name="Star: 5 Points 389">
            <a:extLst>
              <a:ext uri="{FF2B5EF4-FFF2-40B4-BE49-F238E27FC236}">
                <a16:creationId xmlns:a16="http://schemas.microsoft.com/office/drawing/2014/main" id="{E7E95A4C-D8EC-1329-4787-179D55F7A756}"/>
              </a:ext>
            </a:extLst>
          </p:cNvPr>
          <p:cNvSpPr/>
          <p:nvPr/>
        </p:nvSpPr>
        <p:spPr>
          <a:xfrm rot="5145869">
            <a:off x="9998403" y="66054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1" name="Star: 5 Points 390">
            <a:extLst>
              <a:ext uri="{FF2B5EF4-FFF2-40B4-BE49-F238E27FC236}">
                <a16:creationId xmlns:a16="http://schemas.microsoft.com/office/drawing/2014/main" id="{20070526-4B12-DC4A-9B9B-5A9A612D4BD6}"/>
              </a:ext>
            </a:extLst>
          </p:cNvPr>
          <p:cNvSpPr/>
          <p:nvPr/>
        </p:nvSpPr>
        <p:spPr>
          <a:xfrm rot="5145869">
            <a:off x="5642714" y="69927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2" name="Star: 5 Points 391">
            <a:extLst>
              <a:ext uri="{FF2B5EF4-FFF2-40B4-BE49-F238E27FC236}">
                <a16:creationId xmlns:a16="http://schemas.microsoft.com/office/drawing/2014/main" id="{347D04FD-8956-B75E-1C6A-A6BFAAEC0DB4}"/>
              </a:ext>
            </a:extLst>
          </p:cNvPr>
          <p:cNvSpPr/>
          <p:nvPr/>
        </p:nvSpPr>
        <p:spPr>
          <a:xfrm rot="5145869">
            <a:off x="5935768" y="65214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3" name="Star: 5 Points 392">
            <a:extLst>
              <a:ext uri="{FF2B5EF4-FFF2-40B4-BE49-F238E27FC236}">
                <a16:creationId xmlns:a16="http://schemas.microsoft.com/office/drawing/2014/main" id="{DF671A5C-3590-C57F-E793-2911DDD209F1}"/>
              </a:ext>
            </a:extLst>
          </p:cNvPr>
          <p:cNvSpPr/>
          <p:nvPr/>
        </p:nvSpPr>
        <p:spPr>
          <a:xfrm rot="5145869">
            <a:off x="7397034" y="680885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4" name="Star: 5 Points 393">
            <a:extLst>
              <a:ext uri="{FF2B5EF4-FFF2-40B4-BE49-F238E27FC236}">
                <a16:creationId xmlns:a16="http://schemas.microsoft.com/office/drawing/2014/main" id="{A78BA554-8F2C-6176-CF29-1A70AD2F435D}"/>
              </a:ext>
            </a:extLst>
          </p:cNvPr>
          <p:cNvSpPr/>
          <p:nvPr/>
        </p:nvSpPr>
        <p:spPr>
          <a:xfrm rot="5145869">
            <a:off x="10663610" y="69186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5" name="Star: 5 Points 394">
            <a:extLst>
              <a:ext uri="{FF2B5EF4-FFF2-40B4-BE49-F238E27FC236}">
                <a16:creationId xmlns:a16="http://schemas.microsoft.com/office/drawing/2014/main" id="{C383DE0D-5CDB-6424-46CB-2BD06DEECFB5}"/>
              </a:ext>
            </a:extLst>
          </p:cNvPr>
          <p:cNvSpPr/>
          <p:nvPr/>
        </p:nvSpPr>
        <p:spPr>
          <a:xfrm rot="5145869">
            <a:off x="10956664" y="64822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6" name="Star: 5 Points 395">
            <a:extLst>
              <a:ext uri="{FF2B5EF4-FFF2-40B4-BE49-F238E27FC236}">
                <a16:creationId xmlns:a16="http://schemas.microsoft.com/office/drawing/2014/main" id="{12D7938D-C7C1-D355-D6B8-06CED62E4C39}"/>
              </a:ext>
            </a:extLst>
          </p:cNvPr>
          <p:cNvSpPr/>
          <p:nvPr/>
        </p:nvSpPr>
        <p:spPr>
          <a:xfrm rot="5145869">
            <a:off x="6815911" y="70633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7" name="Star: 5 Points 396">
            <a:extLst>
              <a:ext uri="{FF2B5EF4-FFF2-40B4-BE49-F238E27FC236}">
                <a16:creationId xmlns:a16="http://schemas.microsoft.com/office/drawing/2014/main" id="{EE9F91A0-3F34-8651-024B-425BA5957A56}"/>
              </a:ext>
            </a:extLst>
          </p:cNvPr>
          <p:cNvSpPr/>
          <p:nvPr/>
        </p:nvSpPr>
        <p:spPr>
          <a:xfrm rot="5145869">
            <a:off x="7108965" y="662696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8" name="Star: 5 Points 397">
            <a:extLst>
              <a:ext uri="{FF2B5EF4-FFF2-40B4-BE49-F238E27FC236}">
                <a16:creationId xmlns:a16="http://schemas.microsoft.com/office/drawing/2014/main" id="{700F3AB9-D2CC-D10C-ED9C-C0C97B8604A3}"/>
              </a:ext>
            </a:extLst>
          </p:cNvPr>
          <p:cNvSpPr/>
          <p:nvPr/>
        </p:nvSpPr>
        <p:spPr>
          <a:xfrm rot="5145869">
            <a:off x="9225004" y="663294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9" name="Star: 5 Points 398">
            <a:extLst>
              <a:ext uri="{FF2B5EF4-FFF2-40B4-BE49-F238E27FC236}">
                <a16:creationId xmlns:a16="http://schemas.microsoft.com/office/drawing/2014/main" id="{0717C6AF-E406-059D-F19A-5550F3FE8CCD}"/>
              </a:ext>
            </a:extLst>
          </p:cNvPr>
          <p:cNvSpPr/>
          <p:nvPr/>
        </p:nvSpPr>
        <p:spPr>
          <a:xfrm rot="5145869">
            <a:off x="12381661" y="665867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0" name="Star: 5 Points 399">
            <a:extLst>
              <a:ext uri="{FF2B5EF4-FFF2-40B4-BE49-F238E27FC236}">
                <a16:creationId xmlns:a16="http://schemas.microsoft.com/office/drawing/2014/main" id="{1BCEE51E-A170-ABD0-332B-7D5C5F3C9B8E}"/>
              </a:ext>
            </a:extLst>
          </p:cNvPr>
          <p:cNvSpPr/>
          <p:nvPr/>
        </p:nvSpPr>
        <p:spPr>
          <a:xfrm rot="5145869">
            <a:off x="11800538" y="694803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1" name="Star: 5 Points 400">
            <a:extLst>
              <a:ext uri="{FF2B5EF4-FFF2-40B4-BE49-F238E27FC236}">
                <a16:creationId xmlns:a16="http://schemas.microsoft.com/office/drawing/2014/main" id="{7398B932-154B-6F67-15B3-91C9197AE411}"/>
              </a:ext>
            </a:extLst>
          </p:cNvPr>
          <p:cNvSpPr/>
          <p:nvPr/>
        </p:nvSpPr>
        <p:spPr>
          <a:xfrm rot="5145869">
            <a:off x="8078320" y="6938098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2" name="Star: 5 Points 401">
            <a:extLst>
              <a:ext uri="{FF2B5EF4-FFF2-40B4-BE49-F238E27FC236}">
                <a16:creationId xmlns:a16="http://schemas.microsoft.com/office/drawing/2014/main" id="{95BA6E41-9558-E412-7B02-99931812537A}"/>
              </a:ext>
            </a:extLst>
          </p:cNvPr>
          <p:cNvSpPr/>
          <p:nvPr/>
        </p:nvSpPr>
        <p:spPr>
          <a:xfrm rot="5145869">
            <a:off x="11344896" y="704791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3" name="Star: 5 Points 402">
            <a:extLst>
              <a:ext uri="{FF2B5EF4-FFF2-40B4-BE49-F238E27FC236}">
                <a16:creationId xmlns:a16="http://schemas.microsoft.com/office/drawing/2014/main" id="{3464AF89-AC50-DA75-D826-7075B6EF7E37}"/>
              </a:ext>
            </a:extLst>
          </p:cNvPr>
          <p:cNvSpPr/>
          <p:nvPr/>
        </p:nvSpPr>
        <p:spPr>
          <a:xfrm rot="5145869">
            <a:off x="8527076" y="5891774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4" name="Star: 5 Points 403">
            <a:extLst>
              <a:ext uri="{FF2B5EF4-FFF2-40B4-BE49-F238E27FC236}">
                <a16:creationId xmlns:a16="http://schemas.microsoft.com/office/drawing/2014/main" id="{F400C313-283B-7C03-087B-BAAD41B4E3FC}"/>
              </a:ext>
            </a:extLst>
          </p:cNvPr>
          <p:cNvSpPr/>
          <p:nvPr/>
        </p:nvSpPr>
        <p:spPr>
          <a:xfrm rot="5145869">
            <a:off x="6960261" y="412725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5" name="Star: 5 Points 404">
            <a:extLst>
              <a:ext uri="{FF2B5EF4-FFF2-40B4-BE49-F238E27FC236}">
                <a16:creationId xmlns:a16="http://schemas.microsoft.com/office/drawing/2014/main" id="{23187006-3459-192E-CD15-22310A68CB2C}"/>
              </a:ext>
            </a:extLst>
          </p:cNvPr>
          <p:cNvSpPr/>
          <p:nvPr/>
        </p:nvSpPr>
        <p:spPr>
          <a:xfrm rot="5145869">
            <a:off x="11627831" y="394000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6" name="Star: 5 Points 405">
            <a:extLst>
              <a:ext uri="{FF2B5EF4-FFF2-40B4-BE49-F238E27FC236}">
                <a16:creationId xmlns:a16="http://schemas.microsoft.com/office/drawing/2014/main" id="{38A14893-3AAE-E154-F4F0-D4B863B09BE3}"/>
              </a:ext>
            </a:extLst>
          </p:cNvPr>
          <p:cNvSpPr/>
          <p:nvPr/>
        </p:nvSpPr>
        <p:spPr>
          <a:xfrm rot="5145869">
            <a:off x="7780132" y="408468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7" name="Star: 5 Points 406">
            <a:extLst>
              <a:ext uri="{FF2B5EF4-FFF2-40B4-BE49-F238E27FC236}">
                <a16:creationId xmlns:a16="http://schemas.microsoft.com/office/drawing/2014/main" id="{4E78878D-F54A-B061-C844-4657971DD304}"/>
              </a:ext>
            </a:extLst>
          </p:cNvPr>
          <p:cNvSpPr/>
          <p:nvPr/>
        </p:nvSpPr>
        <p:spPr>
          <a:xfrm rot="5145869">
            <a:off x="11395049" y="49608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8" name="Star: 5 Points 407">
            <a:extLst>
              <a:ext uri="{FF2B5EF4-FFF2-40B4-BE49-F238E27FC236}">
                <a16:creationId xmlns:a16="http://schemas.microsoft.com/office/drawing/2014/main" id="{CA033780-358F-C23F-998B-6A120C760DCC}"/>
              </a:ext>
            </a:extLst>
          </p:cNvPr>
          <p:cNvSpPr/>
          <p:nvPr/>
        </p:nvSpPr>
        <p:spPr>
          <a:xfrm rot="5145869">
            <a:off x="11688103" y="45244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9" name="Star: 5 Points 408">
            <a:extLst>
              <a:ext uri="{FF2B5EF4-FFF2-40B4-BE49-F238E27FC236}">
                <a16:creationId xmlns:a16="http://schemas.microsoft.com/office/drawing/2014/main" id="{3BFE648D-DE29-5DD6-E157-85EB58412A88}"/>
              </a:ext>
            </a:extLst>
          </p:cNvPr>
          <p:cNvSpPr/>
          <p:nvPr/>
        </p:nvSpPr>
        <p:spPr>
          <a:xfrm rot="5145869">
            <a:off x="9534452" y="390083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0" name="Star: 5 Points 409">
            <a:extLst>
              <a:ext uri="{FF2B5EF4-FFF2-40B4-BE49-F238E27FC236}">
                <a16:creationId xmlns:a16="http://schemas.microsoft.com/office/drawing/2014/main" id="{15854763-EFF0-2B76-F1DB-B2AFA8D7A51C}"/>
              </a:ext>
            </a:extLst>
          </p:cNvPr>
          <p:cNvSpPr/>
          <p:nvPr/>
        </p:nvSpPr>
        <p:spPr>
          <a:xfrm rot="5145869">
            <a:off x="10210093" y="52240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1" name="Star: 5 Points 410">
            <a:extLst>
              <a:ext uri="{FF2B5EF4-FFF2-40B4-BE49-F238E27FC236}">
                <a16:creationId xmlns:a16="http://schemas.microsoft.com/office/drawing/2014/main" id="{CDE239B1-E727-C77A-C587-C38C4228C972}"/>
              </a:ext>
            </a:extLst>
          </p:cNvPr>
          <p:cNvSpPr/>
          <p:nvPr/>
        </p:nvSpPr>
        <p:spPr>
          <a:xfrm rot="5145869">
            <a:off x="12507974" y="448189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2" name="Star: 5 Points 411">
            <a:extLst>
              <a:ext uri="{FF2B5EF4-FFF2-40B4-BE49-F238E27FC236}">
                <a16:creationId xmlns:a16="http://schemas.microsoft.com/office/drawing/2014/main" id="{A858A0D5-6C09-3BFA-4E56-BF42BC8C9519}"/>
              </a:ext>
            </a:extLst>
          </p:cNvPr>
          <p:cNvSpPr/>
          <p:nvPr/>
        </p:nvSpPr>
        <p:spPr>
          <a:xfrm rot="5145869">
            <a:off x="12801028" y="401064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3" name="Star: 5 Points 412">
            <a:extLst>
              <a:ext uri="{FF2B5EF4-FFF2-40B4-BE49-F238E27FC236}">
                <a16:creationId xmlns:a16="http://schemas.microsoft.com/office/drawing/2014/main" id="{63259B9D-03F3-7E07-69C5-8F2CC52C9B49}"/>
              </a:ext>
            </a:extLst>
          </p:cNvPr>
          <p:cNvSpPr/>
          <p:nvPr/>
        </p:nvSpPr>
        <p:spPr>
          <a:xfrm rot="5145869">
            <a:off x="8660275" y="462657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4" name="Star: 5 Points 413">
            <a:extLst>
              <a:ext uri="{FF2B5EF4-FFF2-40B4-BE49-F238E27FC236}">
                <a16:creationId xmlns:a16="http://schemas.microsoft.com/office/drawing/2014/main" id="{B8744494-FD16-C030-936E-C0CB566A955F}"/>
              </a:ext>
            </a:extLst>
          </p:cNvPr>
          <p:cNvSpPr/>
          <p:nvPr/>
        </p:nvSpPr>
        <p:spPr>
          <a:xfrm rot="5145869">
            <a:off x="8953329" y="4155325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5" name="Star: 5 Points 414">
            <a:extLst>
              <a:ext uri="{FF2B5EF4-FFF2-40B4-BE49-F238E27FC236}">
                <a16:creationId xmlns:a16="http://schemas.microsoft.com/office/drawing/2014/main" id="{7A3FD891-78A3-0AF8-3534-D8C2536ACAB2}"/>
              </a:ext>
            </a:extLst>
          </p:cNvPr>
          <p:cNvSpPr/>
          <p:nvPr/>
        </p:nvSpPr>
        <p:spPr>
          <a:xfrm rot="5145869">
            <a:off x="14226025" y="422190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6" name="Star: 5 Points 415">
            <a:extLst>
              <a:ext uri="{FF2B5EF4-FFF2-40B4-BE49-F238E27FC236}">
                <a16:creationId xmlns:a16="http://schemas.microsoft.com/office/drawing/2014/main" id="{B859935D-EA4C-4B21-79B5-0A5306A64F85}"/>
              </a:ext>
            </a:extLst>
          </p:cNvPr>
          <p:cNvSpPr/>
          <p:nvPr/>
        </p:nvSpPr>
        <p:spPr>
          <a:xfrm rot="5145869">
            <a:off x="13351848" y="494764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7" name="Star: 5 Points 416">
            <a:extLst>
              <a:ext uri="{FF2B5EF4-FFF2-40B4-BE49-F238E27FC236}">
                <a16:creationId xmlns:a16="http://schemas.microsoft.com/office/drawing/2014/main" id="{6F50F845-897A-7C6B-DC22-A183ED3AA3D6}"/>
              </a:ext>
            </a:extLst>
          </p:cNvPr>
          <p:cNvSpPr/>
          <p:nvPr/>
        </p:nvSpPr>
        <p:spPr>
          <a:xfrm rot="5145869">
            <a:off x="13644902" y="447639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8" name="Star: 5 Points 417">
            <a:extLst>
              <a:ext uri="{FF2B5EF4-FFF2-40B4-BE49-F238E27FC236}">
                <a16:creationId xmlns:a16="http://schemas.microsoft.com/office/drawing/2014/main" id="{776EA7F7-5F1A-CDB3-D4E1-9E49BF86681C}"/>
              </a:ext>
            </a:extLst>
          </p:cNvPr>
          <p:cNvSpPr/>
          <p:nvPr/>
        </p:nvSpPr>
        <p:spPr>
          <a:xfrm rot="5145869">
            <a:off x="13937956" y="404001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9" name="Star: 5 Points 418">
            <a:extLst>
              <a:ext uri="{FF2B5EF4-FFF2-40B4-BE49-F238E27FC236}">
                <a16:creationId xmlns:a16="http://schemas.microsoft.com/office/drawing/2014/main" id="{74FD97BE-ECB6-C82F-7F0E-9649E7D8F290}"/>
              </a:ext>
            </a:extLst>
          </p:cNvPr>
          <p:cNvSpPr/>
          <p:nvPr/>
        </p:nvSpPr>
        <p:spPr>
          <a:xfrm rot="5145869">
            <a:off x="11490909" y="5058243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0" name="Star: 5 Points 419">
            <a:extLst>
              <a:ext uri="{FF2B5EF4-FFF2-40B4-BE49-F238E27FC236}">
                <a16:creationId xmlns:a16="http://schemas.microsoft.com/office/drawing/2014/main" id="{51235EDF-5A73-C477-62EB-F251B62B5719}"/>
              </a:ext>
            </a:extLst>
          </p:cNvPr>
          <p:cNvSpPr/>
          <p:nvPr/>
        </p:nvSpPr>
        <p:spPr>
          <a:xfrm rot="5145869">
            <a:off x="11983218" y="4832600"/>
            <a:ext cx="351375" cy="221489"/>
          </a:xfrm>
          <a:prstGeom prst="star5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1" name="Star: 5 Points 420">
            <a:extLst>
              <a:ext uri="{FF2B5EF4-FFF2-40B4-BE49-F238E27FC236}">
                <a16:creationId xmlns:a16="http://schemas.microsoft.com/office/drawing/2014/main" id="{894E966D-B39A-4B0A-940B-77E036FA2CCE}"/>
              </a:ext>
            </a:extLst>
          </p:cNvPr>
          <p:cNvSpPr/>
          <p:nvPr/>
        </p:nvSpPr>
        <p:spPr>
          <a:xfrm rot="5145869">
            <a:off x="7643210" y="520292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2" name="Star: 5 Points 421">
            <a:extLst>
              <a:ext uri="{FF2B5EF4-FFF2-40B4-BE49-F238E27FC236}">
                <a16:creationId xmlns:a16="http://schemas.microsoft.com/office/drawing/2014/main" id="{2E2B6159-FF3E-633A-C5DF-375CFB610FA2}"/>
              </a:ext>
            </a:extLst>
          </p:cNvPr>
          <p:cNvSpPr/>
          <p:nvPr/>
        </p:nvSpPr>
        <p:spPr>
          <a:xfrm rot="5145869">
            <a:off x="7936264" y="473167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3" name="Star: 5 Points 422">
            <a:extLst>
              <a:ext uri="{FF2B5EF4-FFF2-40B4-BE49-F238E27FC236}">
                <a16:creationId xmlns:a16="http://schemas.microsoft.com/office/drawing/2014/main" id="{0A7A1E99-7534-3309-3F5F-FC6F86D2D54D}"/>
              </a:ext>
            </a:extLst>
          </p:cNvPr>
          <p:cNvSpPr/>
          <p:nvPr/>
        </p:nvSpPr>
        <p:spPr>
          <a:xfrm rot="5145869">
            <a:off x="9397530" y="501907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4" name="Star: 5 Points 423">
            <a:extLst>
              <a:ext uri="{FF2B5EF4-FFF2-40B4-BE49-F238E27FC236}">
                <a16:creationId xmlns:a16="http://schemas.microsoft.com/office/drawing/2014/main" id="{5745D4DE-00A1-265C-3D7D-9AD09B01D5E8}"/>
              </a:ext>
            </a:extLst>
          </p:cNvPr>
          <p:cNvSpPr/>
          <p:nvPr/>
        </p:nvSpPr>
        <p:spPr>
          <a:xfrm rot="5145869">
            <a:off x="12664106" y="51288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5" name="Star: 5 Points 424">
            <a:extLst>
              <a:ext uri="{FF2B5EF4-FFF2-40B4-BE49-F238E27FC236}">
                <a16:creationId xmlns:a16="http://schemas.microsoft.com/office/drawing/2014/main" id="{7786B736-8FD7-68E9-B810-C9F416C94F55}"/>
              </a:ext>
            </a:extLst>
          </p:cNvPr>
          <p:cNvSpPr/>
          <p:nvPr/>
        </p:nvSpPr>
        <p:spPr>
          <a:xfrm rot="5145869">
            <a:off x="12957160" y="469250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6" name="Star: 5 Points 425">
            <a:extLst>
              <a:ext uri="{FF2B5EF4-FFF2-40B4-BE49-F238E27FC236}">
                <a16:creationId xmlns:a16="http://schemas.microsoft.com/office/drawing/2014/main" id="{0DF5CE8A-FBA3-ED5F-C954-5A125B3693F6}"/>
              </a:ext>
            </a:extLst>
          </p:cNvPr>
          <p:cNvSpPr/>
          <p:nvPr/>
        </p:nvSpPr>
        <p:spPr>
          <a:xfrm rot="5145869">
            <a:off x="8816407" y="52735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7" name="Star: 5 Points 426">
            <a:extLst>
              <a:ext uri="{FF2B5EF4-FFF2-40B4-BE49-F238E27FC236}">
                <a16:creationId xmlns:a16="http://schemas.microsoft.com/office/drawing/2014/main" id="{6528C723-96C9-8A2F-238E-E98A83837AFE}"/>
              </a:ext>
            </a:extLst>
          </p:cNvPr>
          <p:cNvSpPr/>
          <p:nvPr/>
        </p:nvSpPr>
        <p:spPr>
          <a:xfrm rot="5145869">
            <a:off x="9109461" y="483718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8" name="Star: 5 Points 427">
            <a:extLst>
              <a:ext uri="{FF2B5EF4-FFF2-40B4-BE49-F238E27FC236}">
                <a16:creationId xmlns:a16="http://schemas.microsoft.com/office/drawing/2014/main" id="{B84ECB09-31FC-BF5F-8060-2778E9D9EDEA}"/>
              </a:ext>
            </a:extLst>
          </p:cNvPr>
          <p:cNvSpPr/>
          <p:nvPr/>
        </p:nvSpPr>
        <p:spPr>
          <a:xfrm rot="5145869">
            <a:off x="11225500" y="484316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9" name="Star: 5 Points 428">
            <a:extLst>
              <a:ext uri="{FF2B5EF4-FFF2-40B4-BE49-F238E27FC236}">
                <a16:creationId xmlns:a16="http://schemas.microsoft.com/office/drawing/2014/main" id="{00520DCF-4227-E6FF-9096-A56ADF91CF07}"/>
              </a:ext>
            </a:extLst>
          </p:cNvPr>
          <p:cNvSpPr/>
          <p:nvPr/>
        </p:nvSpPr>
        <p:spPr>
          <a:xfrm rot="5145869">
            <a:off x="14382157" y="486889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0" name="Star: 5 Points 429">
            <a:extLst>
              <a:ext uri="{FF2B5EF4-FFF2-40B4-BE49-F238E27FC236}">
                <a16:creationId xmlns:a16="http://schemas.microsoft.com/office/drawing/2014/main" id="{91773883-BF73-A165-7955-00AAAA838788}"/>
              </a:ext>
            </a:extLst>
          </p:cNvPr>
          <p:cNvSpPr/>
          <p:nvPr/>
        </p:nvSpPr>
        <p:spPr>
          <a:xfrm rot="5145869">
            <a:off x="13801034" y="515825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1" name="Star: 5 Points 430">
            <a:extLst>
              <a:ext uri="{FF2B5EF4-FFF2-40B4-BE49-F238E27FC236}">
                <a16:creationId xmlns:a16="http://schemas.microsoft.com/office/drawing/2014/main" id="{EFBE2D42-5CB8-0261-424C-415C8EC46C79}"/>
              </a:ext>
            </a:extLst>
          </p:cNvPr>
          <p:cNvSpPr/>
          <p:nvPr/>
        </p:nvSpPr>
        <p:spPr>
          <a:xfrm rot="5145869">
            <a:off x="10078816" y="5148318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2" name="Star: 5 Points 431">
            <a:extLst>
              <a:ext uri="{FF2B5EF4-FFF2-40B4-BE49-F238E27FC236}">
                <a16:creationId xmlns:a16="http://schemas.microsoft.com/office/drawing/2014/main" id="{AB54DFD0-6406-0740-A06A-3406D5C9A5F6}"/>
              </a:ext>
            </a:extLst>
          </p:cNvPr>
          <p:cNvSpPr/>
          <p:nvPr/>
        </p:nvSpPr>
        <p:spPr>
          <a:xfrm rot="5145869">
            <a:off x="13345392" y="525813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3" name="Star: 5 Points 432">
            <a:extLst>
              <a:ext uri="{FF2B5EF4-FFF2-40B4-BE49-F238E27FC236}">
                <a16:creationId xmlns:a16="http://schemas.microsoft.com/office/drawing/2014/main" id="{14690FA1-761B-EE87-0350-2F3FDC3914C2}"/>
              </a:ext>
            </a:extLst>
          </p:cNvPr>
          <p:cNvSpPr/>
          <p:nvPr/>
        </p:nvSpPr>
        <p:spPr>
          <a:xfrm rot="5145869">
            <a:off x="10527572" y="4101994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4" name="Star: 5 Points 433">
            <a:extLst>
              <a:ext uri="{FF2B5EF4-FFF2-40B4-BE49-F238E27FC236}">
                <a16:creationId xmlns:a16="http://schemas.microsoft.com/office/drawing/2014/main" id="{8310220E-B20D-8355-7456-D9FFAB87A6DF}"/>
              </a:ext>
            </a:extLst>
          </p:cNvPr>
          <p:cNvSpPr/>
          <p:nvPr/>
        </p:nvSpPr>
        <p:spPr>
          <a:xfrm rot="5145869">
            <a:off x="293695" y="41898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5" name="Star: 5 Points 434">
            <a:extLst>
              <a:ext uri="{FF2B5EF4-FFF2-40B4-BE49-F238E27FC236}">
                <a16:creationId xmlns:a16="http://schemas.microsoft.com/office/drawing/2014/main" id="{03AC765A-1FBD-8171-FAF4-E0F3963D9A40}"/>
              </a:ext>
            </a:extLst>
          </p:cNvPr>
          <p:cNvSpPr/>
          <p:nvPr/>
        </p:nvSpPr>
        <p:spPr>
          <a:xfrm rot="5145869">
            <a:off x="6339332" y="355802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6" name="Star: 5 Points 435">
            <a:extLst>
              <a:ext uri="{FF2B5EF4-FFF2-40B4-BE49-F238E27FC236}">
                <a16:creationId xmlns:a16="http://schemas.microsoft.com/office/drawing/2014/main" id="{E055A8E9-ECDC-A12D-A603-B1B1D35C74E8}"/>
              </a:ext>
            </a:extLst>
          </p:cNvPr>
          <p:cNvSpPr/>
          <p:nvPr/>
        </p:nvSpPr>
        <p:spPr>
          <a:xfrm rot="5145869">
            <a:off x="2491633" y="370270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7" name="Star: 5 Points 436">
            <a:extLst>
              <a:ext uri="{FF2B5EF4-FFF2-40B4-BE49-F238E27FC236}">
                <a16:creationId xmlns:a16="http://schemas.microsoft.com/office/drawing/2014/main" id="{F78891AD-E56D-7D8A-46ED-91808A5830F2}"/>
              </a:ext>
            </a:extLst>
          </p:cNvPr>
          <p:cNvSpPr/>
          <p:nvPr/>
        </p:nvSpPr>
        <p:spPr>
          <a:xfrm rot="5145869">
            <a:off x="6106550" y="457886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8" name="Star: 5 Points 437">
            <a:extLst>
              <a:ext uri="{FF2B5EF4-FFF2-40B4-BE49-F238E27FC236}">
                <a16:creationId xmlns:a16="http://schemas.microsoft.com/office/drawing/2014/main" id="{A23DF74B-FE52-65EE-8A51-74DBA6CCB6E5}"/>
              </a:ext>
            </a:extLst>
          </p:cNvPr>
          <p:cNvSpPr/>
          <p:nvPr/>
        </p:nvSpPr>
        <p:spPr>
          <a:xfrm rot="5145869">
            <a:off x="6399604" y="414248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9" name="Star: 5 Points 438">
            <a:extLst>
              <a:ext uri="{FF2B5EF4-FFF2-40B4-BE49-F238E27FC236}">
                <a16:creationId xmlns:a16="http://schemas.microsoft.com/office/drawing/2014/main" id="{3CB9A0F1-2C7D-2913-177E-6D63E2C0B143}"/>
              </a:ext>
            </a:extLst>
          </p:cNvPr>
          <p:cNvSpPr/>
          <p:nvPr/>
        </p:nvSpPr>
        <p:spPr>
          <a:xfrm rot="5145869">
            <a:off x="4245953" y="351885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0" name="Star: 5 Points 439">
            <a:extLst>
              <a:ext uri="{FF2B5EF4-FFF2-40B4-BE49-F238E27FC236}">
                <a16:creationId xmlns:a16="http://schemas.microsoft.com/office/drawing/2014/main" id="{EF695DC3-3835-B7CE-2871-CE91EB3918DC}"/>
              </a:ext>
            </a:extLst>
          </p:cNvPr>
          <p:cNvSpPr/>
          <p:nvPr/>
        </p:nvSpPr>
        <p:spPr>
          <a:xfrm rot="5145869">
            <a:off x="4921594" y="484209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1" name="Star: 5 Points 440">
            <a:extLst>
              <a:ext uri="{FF2B5EF4-FFF2-40B4-BE49-F238E27FC236}">
                <a16:creationId xmlns:a16="http://schemas.microsoft.com/office/drawing/2014/main" id="{092FB414-5E93-442F-6A15-3E4B6EFDBBE1}"/>
              </a:ext>
            </a:extLst>
          </p:cNvPr>
          <p:cNvSpPr/>
          <p:nvPr/>
        </p:nvSpPr>
        <p:spPr>
          <a:xfrm rot="5145869">
            <a:off x="7219475" y="409991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2" name="Star: 5 Points 441">
            <a:extLst>
              <a:ext uri="{FF2B5EF4-FFF2-40B4-BE49-F238E27FC236}">
                <a16:creationId xmlns:a16="http://schemas.microsoft.com/office/drawing/2014/main" id="{E585DD06-6B80-C98F-ADDA-8EB1408B250F}"/>
              </a:ext>
            </a:extLst>
          </p:cNvPr>
          <p:cNvSpPr/>
          <p:nvPr/>
        </p:nvSpPr>
        <p:spPr>
          <a:xfrm rot="5145869">
            <a:off x="7512529" y="362866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3" name="Star: 5 Points 442">
            <a:extLst>
              <a:ext uri="{FF2B5EF4-FFF2-40B4-BE49-F238E27FC236}">
                <a16:creationId xmlns:a16="http://schemas.microsoft.com/office/drawing/2014/main" id="{47E7F9F6-D24F-0C77-A55F-5B2E6F6615B7}"/>
              </a:ext>
            </a:extLst>
          </p:cNvPr>
          <p:cNvSpPr/>
          <p:nvPr/>
        </p:nvSpPr>
        <p:spPr>
          <a:xfrm rot="5145869">
            <a:off x="5745695" y="372002"/>
            <a:ext cx="217033" cy="181151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4" name="Star: 5 Points 443">
            <a:extLst>
              <a:ext uri="{FF2B5EF4-FFF2-40B4-BE49-F238E27FC236}">
                <a16:creationId xmlns:a16="http://schemas.microsoft.com/office/drawing/2014/main" id="{B5B317C2-342D-083C-BD83-0240F512CB5E}"/>
              </a:ext>
            </a:extLst>
          </p:cNvPr>
          <p:cNvSpPr/>
          <p:nvPr/>
        </p:nvSpPr>
        <p:spPr>
          <a:xfrm rot="5145869">
            <a:off x="3664830" y="3773349"/>
            <a:ext cx="164900" cy="7975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5" name="Star: 5 Points 444">
            <a:extLst>
              <a:ext uri="{FF2B5EF4-FFF2-40B4-BE49-F238E27FC236}">
                <a16:creationId xmlns:a16="http://schemas.microsoft.com/office/drawing/2014/main" id="{0199AB54-866A-5936-BA1D-8E4E37E505A6}"/>
              </a:ext>
            </a:extLst>
          </p:cNvPr>
          <p:cNvSpPr/>
          <p:nvPr/>
        </p:nvSpPr>
        <p:spPr>
          <a:xfrm rot="5145869">
            <a:off x="8937526" y="383992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6" name="Star: 5 Points 445">
            <a:extLst>
              <a:ext uri="{FF2B5EF4-FFF2-40B4-BE49-F238E27FC236}">
                <a16:creationId xmlns:a16="http://schemas.microsoft.com/office/drawing/2014/main" id="{FDD9E2DE-A30B-7FFB-649E-8FE87B07683C}"/>
              </a:ext>
            </a:extLst>
          </p:cNvPr>
          <p:cNvSpPr/>
          <p:nvPr/>
        </p:nvSpPr>
        <p:spPr>
          <a:xfrm rot="5145869">
            <a:off x="8063349" y="456566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7" name="Star: 5 Points 446">
            <a:extLst>
              <a:ext uri="{FF2B5EF4-FFF2-40B4-BE49-F238E27FC236}">
                <a16:creationId xmlns:a16="http://schemas.microsoft.com/office/drawing/2014/main" id="{919CFEDD-B510-42CE-97E0-9553DF44EFE6}"/>
              </a:ext>
            </a:extLst>
          </p:cNvPr>
          <p:cNvSpPr/>
          <p:nvPr/>
        </p:nvSpPr>
        <p:spPr>
          <a:xfrm rot="5145869">
            <a:off x="8356403" y="409442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8" name="Star: 5 Points 447">
            <a:extLst>
              <a:ext uri="{FF2B5EF4-FFF2-40B4-BE49-F238E27FC236}">
                <a16:creationId xmlns:a16="http://schemas.microsoft.com/office/drawing/2014/main" id="{A13490F4-8326-5471-6230-725A2D1CCA1A}"/>
              </a:ext>
            </a:extLst>
          </p:cNvPr>
          <p:cNvSpPr/>
          <p:nvPr/>
        </p:nvSpPr>
        <p:spPr>
          <a:xfrm rot="5145869">
            <a:off x="8649457" y="365803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9" name="Star: 5 Points 448">
            <a:extLst>
              <a:ext uri="{FF2B5EF4-FFF2-40B4-BE49-F238E27FC236}">
                <a16:creationId xmlns:a16="http://schemas.microsoft.com/office/drawing/2014/main" id="{CD0A4676-9817-6733-F46B-EC4748F8CC13}"/>
              </a:ext>
            </a:extLst>
          </p:cNvPr>
          <p:cNvSpPr/>
          <p:nvPr/>
        </p:nvSpPr>
        <p:spPr>
          <a:xfrm rot="5145869">
            <a:off x="6202410" y="4676267"/>
            <a:ext cx="164900" cy="79759"/>
          </a:xfrm>
          <a:prstGeom prst="star5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0" name="Star: 5 Points 449">
            <a:extLst>
              <a:ext uri="{FF2B5EF4-FFF2-40B4-BE49-F238E27FC236}">
                <a16:creationId xmlns:a16="http://schemas.microsoft.com/office/drawing/2014/main" id="{826869B3-14E9-A81E-E52C-6BA75EF1F667}"/>
              </a:ext>
            </a:extLst>
          </p:cNvPr>
          <p:cNvSpPr/>
          <p:nvPr/>
        </p:nvSpPr>
        <p:spPr>
          <a:xfrm rot="5145869">
            <a:off x="6710400" y="443374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1" name="Star: 5 Points 450">
            <a:extLst>
              <a:ext uri="{FF2B5EF4-FFF2-40B4-BE49-F238E27FC236}">
                <a16:creationId xmlns:a16="http://schemas.microsoft.com/office/drawing/2014/main" id="{E39BAE5B-DC5B-5A22-7D63-4B198AC1B16C}"/>
              </a:ext>
            </a:extLst>
          </p:cNvPr>
          <p:cNvSpPr/>
          <p:nvPr/>
        </p:nvSpPr>
        <p:spPr>
          <a:xfrm rot="5145869">
            <a:off x="2354711" y="482094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2" name="Star: 5 Points 451">
            <a:extLst>
              <a:ext uri="{FF2B5EF4-FFF2-40B4-BE49-F238E27FC236}">
                <a16:creationId xmlns:a16="http://schemas.microsoft.com/office/drawing/2014/main" id="{CB78554D-0622-0D3F-1618-CB0954089D31}"/>
              </a:ext>
            </a:extLst>
          </p:cNvPr>
          <p:cNvSpPr/>
          <p:nvPr/>
        </p:nvSpPr>
        <p:spPr>
          <a:xfrm rot="5145869">
            <a:off x="2647765" y="434969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3" name="Star: 5 Points 452">
            <a:extLst>
              <a:ext uri="{FF2B5EF4-FFF2-40B4-BE49-F238E27FC236}">
                <a16:creationId xmlns:a16="http://schemas.microsoft.com/office/drawing/2014/main" id="{F25656AB-93CF-C152-0D57-7AA3CB35A2FE}"/>
              </a:ext>
            </a:extLst>
          </p:cNvPr>
          <p:cNvSpPr/>
          <p:nvPr/>
        </p:nvSpPr>
        <p:spPr>
          <a:xfrm rot="5145869">
            <a:off x="4109031" y="4637095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4" name="Star: 5 Points 453">
            <a:extLst>
              <a:ext uri="{FF2B5EF4-FFF2-40B4-BE49-F238E27FC236}">
                <a16:creationId xmlns:a16="http://schemas.microsoft.com/office/drawing/2014/main" id="{C28998F6-BDA9-1ABB-1C9D-7D0F99A7D65F}"/>
              </a:ext>
            </a:extLst>
          </p:cNvPr>
          <p:cNvSpPr/>
          <p:nvPr/>
        </p:nvSpPr>
        <p:spPr>
          <a:xfrm rot="5145869">
            <a:off x="7375607" y="474690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5" name="Star: 5 Points 454">
            <a:extLst>
              <a:ext uri="{FF2B5EF4-FFF2-40B4-BE49-F238E27FC236}">
                <a16:creationId xmlns:a16="http://schemas.microsoft.com/office/drawing/2014/main" id="{72E903B1-FC75-90B4-7C6B-16E209229961}"/>
              </a:ext>
            </a:extLst>
          </p:cNvPr>
          <p:cNvSpPr/>
          <p:nvPr/>
        </p:nvSpPr>
        <p:spPr>
          <a:xfrm rot="5145869">
            <a:off x="7668661" y="431052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6" name="Star: 5 Points 455">
            <a:extLst>
              <a:ext uri="{FF2B5EF4-FFF2-40B4-BE49-F238E27FC236}">
                <a16:creationId xmlns:a16="http://schemas.microsoft.com/office/drawing/2014/main" id="{02CA1AB9-66DB-C1B4-E25B-4E8F53D8E6F5}"/>
              </a:ext>
            </a:extLst>
          </p:cNvPr>
          <p:cNvSpPr/>
          <p:nvPr/>
        </p:nvSpPr>
        <p:spPr>
          <a:xfrm rot="5145869">
            <a:off x="3527908" y="489158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7" name="Star: 5 Points 456">
            <a:extLst>
              <a:ext uri="{FF2B5EF4-FFF2-40B4-BE49-F238E27FC236}">
                <a16:creationId xmlns:a16="http://schemas.microsoft.com/office/drawing/2014/main" id="{A54B5719-B7A7-0274-BCDC-2024E937C35C}"/>
              </a:ext>
            </a:extLst>
          </p:cNvPr>
          <p:cNvSpPr/>
          <p:nvPr/>
        </p:nvSpPr>
        <p:spPr>
          <a:xfrm rot="5145869">
            <a:off x="3820962" y="4455206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8" name="Star: 5 Points 457">
            <a:extLst>
              <a:ext uri="{FF2B5EF4-FFF2-40B4-BE49-F238E27FC236}">
                <a16:creationId xmlns:a16="http://schemas.microsoft.com/office/drawing/2014/main" id="{DBFB86D5-C8C3-D11A-6D6C-3D1A9CE77DD2}"/>
              </a:ext>
            </a:extLst>
          </p:cNvPr>
          <p:cNvSpPr/>
          <p:nvPr/>
        </p:nvSpPr>
        <p:spPr>
          <a:xfrm rot="5145869">
            <a:off x="5937001" y="4461187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59" name="Star: 5 Points 458">
            <a:extLst>
              <a:ext uri="{FF2B5EF4-FFF2-40B4-BE49-F238E27FC236}">
                <a16:creationId xmlns:a16="http://schemas.microsoft.com/office/drawing/2014/main" id="{9AEAACA8-879A-FFFD-81C7-590B83DF5638}"/>
              </a:ext>
            </a:extLst>
          </p:cNvPr>
          <p:cNvSpPr/>
          <p:nvPr/>
        </p:nvSpPr>
        <p:spPr>
          <a:xfrm rot="5145869">
            <a:off x="9093658" y="4486918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0" name="Star: 5 Points 459">
            <a:extLst>
              <a:ext uri="{FF2B5EF4-FFF2-40B4-BE49-F238E27FC236}">
                <a16:creationId xmlns:a16="http://schemas.microsoft.com/office/drawing/2014/main" id="{741B9320-2FDD-A546-7E4E-FC2703EA9524}"/>
              </a:ext>
            </a:extLst>
          </p:cNvPr>
          <p:cNvSpPr/>
          <p:nvPr/>
        </p:nvSpPr>
        <p:spPr>
          <a:xfrm rot="5145869">
            <a:off x="8512535" y="4776277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1" name="Star: 5 Points 460">
            <a:extLst>
              <a:ext uri="{FF2B5EF4-FFF2-40B4-BE49-F238E27FC236}">
                <a16:creationId xmlns:a16="http://schemas.microsoft.com/office/drawing/2014/main" id="{23520C94-ED09-9025-F930-B1CCE58D6728}"/>
              </a:ext>
            </a:extLst>
          </p:cNvPr>
          <p:cNvSpPr/>
          <p:nvPr/>
        </p:nvSpPr>
        <p:spPr>
          <a:xfrm rot="5145869">
            <a:off x="4790317" y="4766342"/>
            <a:ext cx="164900" cy="7975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2" name="Star: 5 Points 461">
            <a:extLst>
              <a:ext uri="{FF2B5EF4-FFF2-40B4-BE49-F238E27FC236}">
                <a16:creationId xmlns:a16="http://schemas.microsoft.com/office/drawing/2014/main" id="{A59F0522-3F00-7418-F21E-32E155923E0F}"/>
              </a:ext>
            </a:extLst>
          </p:cNvPr>
          <p:cNvSpPr/>
          <p:nvPr/>
        </p:nvSpPr>
        <p:spPr>
          <a:xfrm rot="5145869">
            <a:off x="8056893" y="487615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63" name="Star: 5 Points 462">
            <a:extLst>
              <a:ext uri="{FF2B5EF4-FFF2-40B4-BE49-F238E27FC236}">
                <a16:creationId xmlns:a16="http://schemas.microsoft.com/office/drawing/2014/main" id="{CCCE2A0E-5BF4-BB6A-7CE4-90F8700C2A6F}"/>
              </a:ext>
            </a:extLst>
          </p:cNvPr>
          <p:cNvSpPr/>
          <p:nvPr/>
        </p:nvSpPr>
        <p:spPr>
          <a:xfrm rot="5145869">
            <a:off x="5239073" y="3720018"/>
            <a:ext cx="149534" cy="14302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78BCCD60-F06D-0013-29C4-4B2E192F5ADF}"/>
              </a:ext>
            </a:extLst>
          </p:cNvPr>
          <p:cNvGrpSpPr/>
          <p:nvPr/>
        </p:nvGrpSpPr>
        <p:grpSpPr>
          <a:xfrm>
            <a:off x="5960377" y="3361163"/>
            <a:ext cx="6438446" cy="2082401"/>
            <a:chOff x="6298305" y="3182541"/>
            <a:chExt cx="6438446" cy="2082401"/>
          </a:xfrm>
        </p:grpSpPr>
        <p:sp>
          <p:nvSpPr>
            <p:cNvPr id="467" name="Google Shape;149;p4">
              <a:extLst>
                <a:ext uri="{FF2B5EF4-FFF2-40B4-BE49-F238E27FC236}">
                  <a16:creationId xmlns:a16="http://schemas.microsoft.com/office/drawing/2014/main" id="{16C9B38C-9E71-7EFA-4B32-4F13D0D1B9FD}"/>
                </a:ext>
              </a:extLst>
            </p:cNvPr>
            <p:cNvSpPr txBox="1"/>
            <p:nvPr/>
          </p:nvSpPr>
          <p:spPr>
            <a:xfrm>
              <a:off x="6519550" y="3182541"/>
              <a:ext cx="5871199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id-ID" sz="60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TERIMA KASIH</a:t>
              </a:r>
              <a:endParaRPr lang="en-US" sz="5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Kotak Teks 5">
              <a:extLst>
                <a:ext uri="{FF2B5EF4-FFF2-40B4-BE49-F238E27FC236}">
                  <a16:creationId xmlns:a16="http://schemas.microsoft.com/office/drawing/2014/main" id="{ACE74073-98C1-B8A7-EB90-EE24F30C8AA1}"/>
                </a:ext>
              </a:extLst>
            </p:cNvPr>
            <p:cNvSpPr txBox="1"/>
            <p:nvPr/>
          </p:nvSpPr>
          <p:spPr>
            <a:xfrm>
              <a:off x="6298305" y="4187724"/>
              <a:ext cx="643844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3200" i="1" dirty="0" err="1">
                  <a:solidFill>
                    <a:schemeClr val="tx2">
                      <a:lumMod val="90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Created</a:t>
              </a:r>
              <a:r>
                <a:rPr lang="id-ID" sz="3200" i="1" dirty="0">
                  <a:solidFill>
                    <a:schemeClr val="tx2">
                      <a:lumMod val="90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  <a:r>
                <a:rPr lang="id-ID" sz="3200" i="1" dirty="0" err="1">
                  <a:solidFill>
                    <a:schemeClr val="tx2">
                      <a:lumMod val="90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by</a:t>
              </a:r>
              <a:endParaRPr lang="id-ID" sz="3200" i="1" dirty="0">
                <a:solidFill>
                  <a:schemeClr val="tx2">
                    <a:lumMod val="9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id-ID" sz="3200" dirty="0" err="1">
                  <a:solidFill>
                    <a:schemeClr val="tx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Wahyudiansyah</a:t>
              </a:r>
              <a:endParaRPr lang="id-ID" sz="3200" dirty="0">
                <a:solidFill>
                  <a:schemeClr val="tx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69" name="Star: 5 Points 468">
            <a:extLst>
              <a:ext uri="{FF2B5EF4-FFF2-40B4-BE49-F238E27FC236}">
                <a16:creationId xmlns:a16="http://schemas.microsoft.com/office/drawing/2014/main" id="{820B86BE-87B0-04E5-A7CA-39135279D660}"/>
              </a:ext>
            </a:extLst>
          </p:cNvPr>
          <p:cNvSpPr/>
          <p:nvPr/>
        </p:nvSpPr>
        <p:spPr>
          <a:xfrm rot="20780835">
            <a:off x="15787070" y="874333"/>
            <a:ext cx="164900" cy="7975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0" name="Star: 5 Points 469">
            <a:extLst>
              <a:ext uri="{FF2B5EF4-FFF2-40B4-BE49-F238E27FC236}">
                <a16:creationId xmlns:a16="http://schemas.microsoft.com/office/drawing/2014/main" id="{06564FE1-52CA-380A-7A6E-5F9D0E3470CD}"/>
              </a:ext>
            </a:extLst>
          </p:cNvPr>
          <p:cNvSpPr/>
          <p:nvPr/>
        </p:nvSpPr>
        <p:spPr>
          <a:xfrm rot="20780835">
            <a:off x="15066665" y="868354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1" name="Star: 5 Points 470">
            <a:extLst>
              <a:ext uri="{FF2B5EF4-FFF2-40B4-BE49-F238E27FC236}">
                <a16:creationId xmlns:a16="http://schemas.microsoft.com/office/drawing/2014/main" id="{3CD155E4-2C88-6F7E-66D7-5611D158EC05}"/>
              </a:ext>
            </a:extLst>
          </p:cNvPr>
          <p:cNvSpPr/>
          <p:nvPr/>
        </p:nvSpPr>
        <p:spPr>
          <a:xfrm rot="20780835">
            <a:off x="16627331" y="103492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2" name="Star: 5 Points 471">
            <a:extLst>
              <a:ext uri="{FF2B5EF4-FFF2-40B4-BE49-F238E27FC236}">
                <a16:creationId xmlns:a16="http://schemas.microsoft.com/office/drawing/2014/main" id="{0AA606B9-624C-B620-A1A5-7627637F8A56}"/>
              </a:ext>
            </a:extLst>
          </p:cNvPr>
          <p:cNvSpPr/>
          <p:nvPr/>
        </p:nvSpPr>
        <p:spPr>
          <a:xfrm rot="20780835">
            <a:off x="14533952" y="995749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3" name="Star: 5 Points 472">
            <a:extLst>
              <a:ext uri="{FF2B5EF4-FFF2-40B4-BE49-F238E27FC236}">
                <a16:creationId xmlns:a16="http://schemas.microsoft.com/office/drawing/2014/main" id="{8FFAB7E4-B297-74E9-3000-F2DAEF67F7A5}"/>
              </a:ext>
            </a:extLst>
          </p:cNvPr>
          <p:cNvSpPr/>
          <p:nvPr/>
        </p:nvSpPr>
        <p:spPr>
          <a:xfrm rot="20780835">
            <a:off x="14940015" y="1371700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4" name="Star: 5 Points 473">
            <a:extLst>
              <a:ext uri="{FF2B5EF4-FFF2-40B4-BE49-F238E27FC236}">
                <a16:creationId xmlns:a16="http://schemas.microsoft.com/office/drawing/2014/main" id="{25BC3DC7-BE61-6E72-F9A7-DBE00534720C}"/>
              </a:ext>
            </a:extLst>
          </p:cNvPr>
          <p:cNvSpPr/>
          <p:nvPr/>
        </p:nvSpPr>
        <p:spPr>
          <a:xfrm rot="20780835">
            <a:off x="14065838" y="209744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5" name="Star: 5 Points 474">
            <a:extLst>
              <a:ext uri="{FF2B5EF4-FFF2-40B4-BE49-F238E27FC236}">
                <a16:creationId xmlns:a16="http://schemas.microsoft.com/office/drawing/2014/main" id="{D83D28E3-5CB4-BCC7-5A34-E203C30E4AD7}"/>
              </a:ext>
            </a:extLst>
          </p:cNvPr>
          <p:cNvSpPr/>
          <p:nvPr/>
        </p:nvSpPr>
        <p:spPr>
          <a:xfrm rot="20780835">
            <a:off x="14358892" y="162619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6" name="Star: 5 Points 475">
            <a:extLst>
              <a:ext uri="{FF2B5EF4-FFF2-40B4-BE49-F238E27FC236}">
                <a16:creationId xmlns:a16="http://schemas.microsoft.com/office/drawing/2014/main" id="{AA651252-3ADF-2102-98A4-8D81BCDE78BF}"/>
              </a:ext>
            </a:extLst>
          </p:cNvPr>
          <p:cNvSpPr/>
          <p:nvPr/>
        </p:nvSpPr>
        <p:spPr>
          <a:xfrm rot="20780835">
            <a:off x="14810704" y="1868612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7" name="Star: 5 Points 476">
            <a:extLst>
              <a:ext uri="{FF2B5EF4-FFF2-40B4-BE49-F238E27FC236}">
                <a16:creationId xmlns:a16="http://schemas.microsoft.com/office/drawing/2014/main" id="{7475C9E9-1A55-5061-099D-F483D4F5FA7F}"/>
              </a:ext>
            </a:extLst>
          </p:cNvPr>
          <p:cNvSpPr/>
          <p:nvPr/>
        </p:nvSpPr>
        <p:spPr>
          <a:xfrm rot="20780835">
            <a:off x="15092415" y="1524100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92D050"/>
              </a:solidFill>
            </a:endParaRPr>
          </a:p>
        </p:txBody>
      </p:sp>
      <p:sp>
        <p:nvSpPr>
          <p:cNvPr id="478" name="Star: 5 Points 477">
            <a:extLst>
              <a:ext uri="{FF2B5EF4-FFF2-40B4-BE49-F238E27FC236}">
                <a16:creationId xmlns:a16="http://schemas.microsoft.com/office/drawing/2014/main" id="{91160FF6-8C36-5904-6251-CB2F85C4D88F}"/>
              </a:ext>
            </a:extLst>
          </p:cNvPr>
          <p:cNvSpPr/>
          <p:nvPr/>
        </p:nvSpPr>
        <p:spPr>
          <a:xfrm rot="20780835">
            <a:off x="14511292" y="1778592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79" name="Star: 5 Points 478">
            <a:extLst>
              <a:ext uri="{FF2B5EF4-FFF2-40B4-BE49-F238E27FC236}">
                <a16:creationId xmlns:a16="http://schemas.microsoft.com/office/drawing/2014/main" id="{94B7C341-A50A-FA6B-96FE-562D13891BA1}"/>
              </a:ext>
            </a:extLst>
          </p:cNvPr>
          <p:cNvSpPr/>
          <p:nvPr/>
        </p:nvSpPr>
        <p:spPr>
          <a:xfrm rot="20780835">
            <a:off x="17664338" y="1437991"/>
            <a:ext cx="164900" cy="79759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0" name="Star: 5 Points 479">
            <a:extLst>
              <a:ext uri="{FF2B5EF4-FFF2-40B4-BE49-F238E27FC236}">
                <a16:creationId xmlns:a16="http://schemas.microsoft.com/office/drawing/2014/main" id="{16975007-D263-FEA5-454F-846BC4EDDCA0}"/>
              </a:ext>
            </a:extLst>
          </p:cNvPr>
          <p:cNvSpPr/>
          <p:nvPr/>
        </p:nvSpPr>
        <p:spPr>
          <a:xfrm rot="20780835">
            <a:off x="16790161" y="216373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1" name="Star: 5 Points 480">
            <a:extLst>
              <a:ext uri="{FF2B5EF4-FFF2-40B4-BE49-F238E27FC236}">
                <a16:creationId xmlns:a16="http://schemas.microsoft.com/office/drawing/2014/main" id="{B9D89282-8DB2-4589-6FA3-87196EF54F09}"/>
              </a:ext>
            </a:extLst>
          </p:cNvPr>
          <p:cNvSpPr/>
          <p:nvPr/>
        </p:nvSpPr>
        <p:spPr>
          <a:xfrm rot="20780835">
            <a:off x="17083215" y="169248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2" name="Star: 5 Points 481">
            <a:extLst>
              <a:ext uri="{FF2B5EF4-FFF2-40B4-BE49-F238E27FC236}">
                <a16:creationId xmlns:a16="http://schemas.microsoft.com/office/drawing/2014/main" id="{2717EF41-393E-F0A3-BE77-4F3F745F57A4}"/>
              </a:ext>
            </a:extLst>
          </p:cNvPr>
          <p:cNvSpPr/>
          <p:nvPr/>
        </p:nvSpPr>
        <p:spPr>
          <a:xfrm rot="20780835">
            <a:off x="17535027" y="1934903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3" name="Star: 5 Points 482">
            <a:extLst>
              <a:ext uri="{FF2B5EF4-FFF2-40B4-BE49-F238E27FC236}">
                <a16:creationId xmlns:a16="http://schemas.microsoft.com/office/drawing/2014/main" id="{B3B5BB1D-3AFA-7585-C15D-88550C779F66}"/>
              </a:ext>
            </a:extLst>
          </p:cNvPr>
          <p:cNvSpPr/>
          <p:nvPr/>
        </p:nvSpPr>
        <p:spPr>
          <a:xfrm rot="20780835">
            <a:off x="17816738" y="1590391"/>
            <a:ext cx="164900" cy="7975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rgbClr val="92D050"/>
              </a:solidFill>
            </a:endParaRPr>
          </a:p>
        </p:txBody>
      </p:sp>
      <p:sp>
        <p:nvSpPr>
          <p:cNvPr id="484" name="Star: 5 Points 483">
            <a:extLst>
              <a:ext uri="{FF2B5EF4-FFF2-40B4-BE49-F238E27FC236}">
                <a16:creationId xmlns:a16="http://schemas.microsoft.com/office/drawing/2014/main" id="{9AE51E69-65C2-ED56-51E7-FDF0F088FA85}"/>
              </a:ext>
            </a:extLst>
          </p:cNvPr>
          <p:cNvSpPr/>
          <p:nvPr/>
        </p:nvSpPr>
        <p:spPr>
          <a:xfrm rot="20780835">
            <a:off x="17235615" y="1844883"/>
            <a:ext cx="164900" cy="79759"/>
          </a:xfrm>
          <a:prstGeom prst="star5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846817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Office 2013 - 2022">
  <a:themeElements>
    <a:clrScheme name="Tema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4474</TotalTime>
  <Words>364</Words>
  <Application>Microsoft Office PowerPoint</Application>
  <PresentationFormat>Custom</PresentationFormat>
  <Paragraphs>54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Black</vt:lpstr>
      <vt:lpstr>Aptos Display</vt:lpstr>
      <vt:lpstr>Calibri</vt:lpstr>
      <vt:lpstr>Arial</vt:lpstr>
      <vt:lpstr>Calibri Light</vt:lpstr>
      <vt:lpstr>Arial Narrow</vt:lpstr>
      <vt:lpstr>Bahnschrift</vt:lpstr>
      <vt:lpstr>Tema Office 2013 - 2022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Wahyu Diansyah</cp:lastModifiedBy>
  <cp:revision>129</cp:revision>
  <dcterms:created xsi:type="dcterms:W3CDTF">2006-08-16T00:00:00Z</dcterms:created>
  <dcterms:modified xsi:type="dcterms:W3CDTF">2026-08-08T08:05:42Z</dcterms:modified>
</cp:coreProperties>
</file>